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3dcfc619b04ed8" /><Relationship Type="http://schemas.openxmlformats.org/officeDocument/2006/relationships/extended-properties" Target="/docProps/app.xml" Id="R566eafc8db974bc1" /><Relationship Type="http://schemas.openxmlformats.org/officeDocument/2006/relationships/officeDocument" Target="/ppt/presentation.xml" Id="R19d930cb8b064b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4c28571eb14da9"/>
  </p:sldMasterIdLst>
  <p:notesMasterIdLst>
    <p:notesMasterId xmlns:r="http://schemas.openxmlformats.org/officeDocument/2006/relationships" r:id="R6a0e9684030a4942"/>
  </p:notesMasterIdLst>
  <p:sldIdLst>
    <p:sldId xmlns:r="http://schemas.openxmlformats.org/officeDocument/2006/relationships" id="256" r:id="R30e2cc6cccce4d87"/>
    <p:sldId xmlns:r="http://schemas.openxmlformats.org/officeDocument/2006/relationships" id="257" r:id="Reaab38869a3c4553"/>
    <p:sldId xmlns:r="http://schemas.openxmlformats.org/officeDocument/2006/relationships" id="258" r:id="Rae61b6d4137c482e"/>
    <p:sldId xmlns:r="http://schemas.openxmlformats.org/officeDocument/2006/relationships" id="259" r:id="R90fb3035371e40b7"/>
    <p:sldId xmlns:r="http://schemas.openxmlformats.org/officeDocument/2006/relationships" id="260" r:id="R817e22813eb0452c"/>
    <p:sldId xmlns:r="http://schemas.openxmlformats.org/officeDocument/2006/relationships" id="261" r:id="Rdd3f1c21494c4320"/>
    <p:sldId xmlns:r="http://schemas.openxmlformats.org/officeDocument/2006/relationships" id="262" r:id="Rdec87bdda99544b0"/>
    <p:sldId xmlns:r="http://schemas.openxmlformats.org/officeDocument/2006/relationships" id="263" r:id="Rbf23a2d1c4534649"/>
    <p:sldId xmlns:r="http://schemas.openxmlformats.org/officeDocument/2006/relationships" id="264" r:id="Rf34f64fde3ae4d55"/>
    <p:sldId xmlns:r="http://schemas.openxmlformats.org/officeDocument/2006/relationships" id="265" r:id="R254b336ba350415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307cf8fe1ac4451" /><Relationship Type="http://schemas.openxmlformats.org/officeDocument/2006/relationships/slideMaster" Target="/ppt/slideMasters/slideMaster1.xml" Id="R614c28571eb14da9" /><Relationship Type="http://schemas.openxmlformats.org/officeDocument/2006/relationships/notesMaster" Target="/ppt/notesMasters/notesMaster1.xml" Id="R6a0e9684030a4942" /><Relationship Type="http://schemas.openxmlformats.org/officeDocument/2006/relationships/presProps" Target="/ppt/presProps.xml" Id="R91e54f17b73a446a" /><Relationship Type="http://schemas.openxmlformats.org/officeDocument/2006/relationships/tableStyles" Target="/ppt/tableStyles.xml" Id="Ra93984c613e24989" /><Relationship Type="http://schemas.openxmlformats.org/officeDocument/2006/relationships/slide" Target="/ppt/slides/slide1.xml" Id="R30e2cc6cccce4d87" /><Relationship Type="http://schemas.openxmlformats.org/officeDocument/2006/relationships/slide" Target="/ppt/slides/slide2.xml" Id="Reaab38869a3c4553" /><Relationship Type="http://schemas.openxmlformats.org/officeDocument/2006/relationships/slide" Target="/ppt/slides/slide3.xml" Id="Rae61b6d4137c482e" /><Relationship Type="http://schemas.openxmlformats.org/officeDocument/2006/relationships/slide" Target="/ppt/slides/slide4.xml" Id="R90fb3035371e40b7" /><Relationship Type="http://schemas.openxmlformats.org/officeDocument/2006/relationships/slide" Target="/ppt/slides/slide5.xml" Id="R817e22813eb0452c" /><Relationship Type="http://schemas.openxmlformats.org/officeDocument/2006/relationships/slide" Target="/ppt/slides/slide6.xml" Id="Rdd3f1c21494c4320" /><Relationship Type="http://schemas.openxmlformats.org/officeDocument/2006/relationships/slide" Target="/ppt/slides/slide7.xml" Id="Rdec87bdda99544b0" /><Relationship Type="http://schemas.openxmlformats.org/officeDocument/2006/relationships/slide" Target="/ppt/slides/slide8.xml" Id="Rbf23a2d1c4534649" /><Relationship Type="http://schemas.openxmlformats.org/officeDocument/2006/relationships/slide" Target="/ppt/slides/slide9.xml" Id="Rf34f64fde3ae4d55" /><Relationship Type="http://schemas.openxmlformats.org/officeDocument/2006/relationships/slide" Target="/ppt/slides/slide10.xml" Id="R254b336ba35041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ada3ac9b5f740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2eb8f3fc97450a" /><Relationship Type="http://schemas.openxmlformats.org/officeDocument/2006/relationships/notesMaster" Target="/ppt/notesMasters/notesMaster1.xml" Id="R65d60160f132484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c673d8704b3484b" /><Relationship Type="http://schemas.openxmlformats.org/officeDocument/2006/relationships/notesMaster" Target="/ppt/notesMasters/notesMaster1.xml" Id="R605e9ce8f622446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29d6526f4664ce9" /><Relationship Type="http://schemas.openxmlformats.org/officeDocument/2006/relationships/notesMaster" Target="/ppt/notesMasters/notesMaster1.xml" Id="R0c7833fbd3164c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68338433022440f" /><Relationship Type="http://schemas.openxmlformats.org/officeDocument/2006/relationships/notesMaster" Target="/ppt/notesMasters/notesMaster1.xml" Id="R6dd0c46519f3488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319531fc3d4656" /><Relationship Type="http://schemas.openxmlformats.org/officeDocument/2006/relationships/notesMaster" Target="/ppt/notesMasters/notesMaster1.xml" Id="R5e3efaab113d47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ac28b50377e4d70" /><Relationship Type="http://schemas.openxmlformats.org/officeDocument/2006/relationships/notesMaster" Target="/ppt/notesMasters/notesMaster1.xml" Id="Ra0deaa8a8a3740f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9ddd2c7d61e4217" /><Relationship Type="http://schemas.openxmlformats.org/officeDocument/2006/relationships/notesMaster" Target="/ppt/notesMasters/notesMaster1.xml" Id="Rba2ee32542c6471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1523e7eec3c4924" /><Relationship Type="http://schemas.openxmlformats.org/officeDocument/2006/relationships/notesMaster" Target="/ppt/notesMasters/notesMaster1.xml" Id="R5244d48ea8b64d3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ba38865ccdb43f2" /><Relationship Type="http://schemas.openxmlformats.org/officeDocument/2006/relationships/notesMaster" Target="/ppt/notesMasters/notesMaster1.xml" Id="R9e5fdf442e8f4f2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c1d6346a9b34043" /><Relationship Type="http://schemas.openxmlformats.org/officeDocument/2006/relationships/notesMaster" Target="/ppt/notesMasters/notesMaster1.xml" Id="R9b3964c3d3cc47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SheShapes AI Design Kit: characters/03_mentor_speaker.svg</a:t>
            </a:r>
          </a:p>
          <a:p xmlns:a="http://schemas.openxmlformats.org/drawingml/2006/main">
            <a:r>
              <a:t>- SheShapes AI Design Kit: decorations/01_gradient_blob.svg</a:t>
            </a:r>
          </a:p>
          <a:p xmlns:a="http://schemas.openxmlformats.org/drawingml/2006/main">
            <a:r>
              <a:t>- SheShapes AI Design Kit: decorations/03_flow_lines.svg</a:t>
            </a:r>
          </a:p>
          <a:p xmlns:a="http://schemas.openxmlformats.org/drawingml/2006/main">
            <a:r>
              <a:t>
- User-provided SheShapes white logo.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SheShapes AI Design Kit: icons/05_cursor_pointer.svg</a:t>
            </a:r>
          </a:p>
          <a:p xmlns:a="http://schemas.openxmlformats.org/drawingml/2006/main">
            <a:r>
              <a:t>- SheShapes AI Design Kit: icons/01_ai_spark.svg</a:t>
            </a:r>
          </a:p>
          <a:p xmlns:a="http://schemas.openxmlformats.org/drawingml/2006/main">
            <a:r>
              <a:t>- SheShapes AI Design Kit: icons/09_product_box.svg</a:t>
            </a:r>
          </a:p>
          <a:p xmlns:a="http://schemas.openxmlformats.org/drawingml/2006/main">
            <a:r>
              <a:t>
- User-provided SheShapes logo, color-normalized to exact Bright Purple #C33EE3.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SheShapes AI Design Kit: characters/01_woman_with_laptop.svg</a:t>
            </a:r>
          </a:p>
          <a:p xmlns:a="http://schemas.openxmlformats.org/drawingml/2006/main">
            <a:r>
              <a:t>- SheShapes AI Design Kit: characters/02_woman_coding.svg</a:t>
            </a:r>
          </a:p>
          <a:p xmlns:a="http://schemas.openxmlformats.org/drawingml/2006/main">
            <a:r>
              <a:t>- SheShapes AI Design Kit: characters/03_mentor_speaker.svg</a:t>
            </a:r>
          </a:p>
          <a:p xmlns:a="http://schemas.openxmlformats.org/drawingml/2006/main">
            <a:r>
              <a:t>- SheShapes AI Design Kit: characters/04_product_manager.svg</a:t>
            </a:r>
          </a:p>
          <a:p xmlns:a="http://schemas.openxmlformats.org/drawingml/2006/main">
            <a:r>
              <a:t>
- User-provided SheShapes logo, color-normalized to exact Bright Purple #C33EE3.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SheShapes AI Design Kit: characters/05_designer_wireframe.svg</a:t>
            </a:r>
          </a:p>
          <a:p xmlns:a="http://schemas.openxmlformats.org/drawingml/2006/main">
            <a:r>
              <a:t>- SheShapes AI Design Kit: characters/06_researcher_data.svg</a:t>
            </a:r>
          </a:p>
          <a:p xmlns:a="http://schemas.openxmlformats.org/drawingml/2006/main">
            <a:r>
              <a:t>- SheShapes AI Design Kit: characters/07_student_learning.svg</a:t>
            </a:r>
          </a:p>
          <a:p xmlns:a="http://schemas.openxmlformats.org/drawingml/2006/main">
            <a:r>
              <a:t>- SheShapes AI Design Kit: characters/08_pair_programming.svg</a:t>
            </a:r>
          </a:p>
          <a:p xmlns:a="http://schemas.openxmlformats.org/drawingml/2006/main">
            <a:r>
              <a:t>
- User-provided SheShapes logo, color-normalized to exact Bright Purple #C33EE3.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SheShapes AI Design Kit: characters/09_team_discussion.svg</a:t>
            </a:r>
          </a:p>
          <a:p xmlns:a="http://schemas.openxmlformats.org/drawingml/2006/main">
            <a:r>
              <a:t>- SheShapes AI Design Kit: characters/10_whiteboard_brainstorm.svg</a:t>
            </a:r>
          </a:p>
          <a:p xmlns:a="http://schemas.openxmlformats.org/drawingml/2006/main">
            <a:r>
              <a:t>- SheShapes AI Design Kit: characters/11_demo_presentation.svg</a:t>
            </a:r>
          </a:p>
          <a:p xmlns:a="http://schemas.openxmlformats.org/drawingml/2006/main">
            <a:r>
              <a:t>- SheShapes AI Design Kit: characters/12_networking_coffee_chat.svg</a:t>
            </a:r>
          </a:p>
          <a:p xmlns:a="http://schemas.openxmlformats.org/drawingml/2006/main">
            <a:r>
              <a:t>
- User-provided SheShapes logo, color-normalized to exact Bright Purple #C33EE3.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SheShapes AI Design Kit: icons/01_ai_spark.svg</a:t>
            </a:r>
          </a:p>
          <a:p xmlns:a="http://schemas.openxmlformats.org/drawingml/2006/main">
            <a:r>
              <a:t>- SheShapes AI Design Kit: icons/02_brain_circuit.svg</a:t>
            </a:r>
          </a:p>
          <a:p xmlns:a="http://schemas.openxmlformats.org/drawingml/2006/main">
            <a:r>
              <a:t>- SheShapes AI Design Kit: icons/03_prompt_chat.svg</a:t>
            </a:r>
          </a:p>
          <a:p xmlns:a="http://schemas.openxmlformats.org/drawingml/2006/main">
            <a:r>
              <a:t>- SheShapes AI Design Kit: icons/04_code_window.svg</a:t>
            </a:r>
          </a:p>
          <a:p xmlns:a="http://schemas.openxmlformats.org/drawingml/2006/main">
            <a:r>
              <a:t>- SheShapes AI Design Kit: icons/05_cursor_pointer.svg</a:t>
            </a:r>
          </a:p>
          <a:p xmlns:a="http://schemas.openxmlformats.org/drawingml/2006/main">
            <a:r>
              <a:t>- SheShapes AI Design Kit: icons/06_database.svg</a:t>
            </a:r>
          </a:p>
          <a:p xmlns:a="http://schemas.openxmlformats.org/drawingml/2006/main">
            <a:r>
              <a:t>- SheShapes AI Design Kit: icons/07_cloud.svg</a:t>
            </a:r>
          </a:p>
          <a:p xmlns:a="http://schemas.openxmlformats.org/drawingml/2006/main">
            <a:r>
              <a:t>- SheShapes AI Design Kit: icons/08_search.svg</a:t>
            </a:r>
          </a:p>
          <a:p xmlns:a="http://schemas.openxmlformats.org/drawingml/2006/main">
            <a:r>
              <a:t>
- User-provided SheShapes logo, color-normalized to exact Bright Purple #C33EE3.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SheShapes AI Design Kit: icons/09_product_box.svg</a:t>
            </a:r>
          </a:p>
          <a:p xmlns:a="http://schemas.openxmlformats.org/drawingml/2006/main">
            <a:r>
              <a:t>- SheShapes AI Design Kit: icons/10_analytics.svg</a:t>
            </a:r>
          </a:p>
          <a:p xmlns:a="http://schemas.openxmlformats.org/drawingml/2006/main">
            <a:r>
              <a:t>- SheShapes AI Design Kit: icons/11_community.svg</a:t>
            </a:r>
          </a:p>
          <a:p xmlns:a="http://schemas.openxmlformats.org/drawingml/2006/main">
            <a:r>
              <a:t>- SheShapes AI Design Kit: icons/12_calendar.svg</a:t>
            </a:r>
          </a:p>
          <a:p xmlns:a="http://schemas.openxmlformats.org/drawingml/2006/main">
            <a:r>
              <a:t>- SheShapes AI Design Kit: icons/13_rocket.svg</a:t>
            </a:r>
          </a:p>
          <a:p xmlns:a="http://schemas.openxmlformats.org/drawingml/2006/main">
            <a:r>
              <a:t>- SheShapes AI Design Kit: icons/14_trophy.svg</a:t>
            </a:r>
          </a:p>
          <a:p xmlns:a="http://schemas.openxmlformats.org/drawingml/2006/main">
            <a:r>
              <a:t>- SheShapes AI Design Kit: icons/15_globe.svg</a:t>
            </a:r>
          </a:p>
          <a:p xmlns:a="http://schemas.openxmlformats.org/drawingml/2006/main">
            <a:r>
              <a:t>- SheShapes AI Design Kit: icons/16_lightbulb.svg</a:t>
            </a:r>
          </a:p>
          <a:p xmlns:a="http://schemas.openxmlformats.org/drawingml/2006/main">
            <a:r>
              <a:t>
- User-provided SheShapes logo, color-normalized to exact Bright Purple #C33EE3.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SheShapes AI Design Kit: decorations/01_gradient_blob.svg</a:t>
            </a:r>
          </a:p>
          <a:p xmlns:a="http://schemas.openxmlformats.org/drawingml/2006/main">
            <a:r>
              <a:t>- SheShapes AI Design Kit: decorations/02_soft_wave.svg</a:t>
            </a:r>
          </a:p>
          <a:p xmlns:a="http://schemas.openxmlformats.org/drawingml/2006/main">
            <a:r>
              <a:t>- SheShapes AI Design Kit: decorations/03_flow_lines.svg</a:t>
            </a:r>
          </a:p>
          <a:p xmlns:a="http://schemas.openxmlformats.org/drawingml/2006/main">
            <a:r>
              <a:t>- SheShapes AI Design Kit: decorations/04_node_network.svg</a:t>
            </a:r>
          </a:p>
          <a:p xmlns:a="http://schemas.openxmlformats.org/drawingml/2006/main">
            <a:r>
              <a:t>- SheShapes AI Design Kit: decorations/05_dot_pattern.svg</a:t>
            </a:r>
          </a:p>
          <a:p xmlns:a="http://schemas.openxmlformats.org/drawingml/2006/main">
            <a:r>
              <a:t>- SheShapes AI Design Kit: decorations/06_sparkle_cluster.svg</a:t>
            </a:r>
          </a:p>
          <a:p xmlns:a="http://schemas.openxmlformats.org/drawingml/2006/main">
            <a:r>
              <a:t>- SheShapes AI Design Kit: decorations/07_corner_arc.svg</a:t>
            </a:r>
          </a:p>
          <a:p xmlns:a="http://schemas.openxmlformats.org/drawingml/2006/main">
            <a:r>
              <a:t>- SheShapes AI Design Kit: decorations/08_glass_card.svg</a:t>
            </a:r>
          </a:p>
          <a:p xmlns:a="http://schemas.openxmlformats.org/drawingml/2006/main">
            <a:r>
              <a:t>- SheShapes AI Design Kit: decorations/09_aurora_band.svg</a:t>
            </a:r>
          </a:p>
          <a:p xmlns:a="http://schemas.openxmlformats.org/drawingml/2006/main">
            <a:r>
              <a:t>- SheShapes AI Design Kit: decorations/10_soft_grid.svg</a:t>
            </a:r>
          </a:p>
          <a:p xmlns:a="http://schemas.openxmlformats.org/drawingml/2006/main">
            <a:r>
              <a:t>
- User-provided SheShapes logo, color-normalized to exact Bright Purple #C33EE3.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SheShapes AI Design Kit: components/01_speaker_card.svg</a:t>
            </a:r>
          </a:p>
          <a:p xmlns:a="http://schemas.openxmlformats.org/drawingml/2006/main">
            <a:r>
              <a:t>- SheShapes AI Design Kit: components/02_agenda_block.svg</a:t>
            </a:r>
          </a:p>
          <a:p xmlns:a="http://schemas.openxmlformats.org/drawingml/2006/main">
            <a:r>
              <a:t>- SheShapes AI Design Kit: components/03_workshop_exercise.svg</a:t>
            </a:r>
          </a:p>
          <a:p xmlns:a="http://schemas.openxmlformats.org/drawingml/2006/main">
            <a:r>
              <a:t>- SheShapes AI Design Kit: components/04_discussion_question.svg</a:t>
            </a:r>
          </a:p>
          <a:p xmlns:a="http://schemas.openxmlformats.org/drawingml/2006/main">
            <a:r>
              <a:t>- SheShapes AI Design Kit: components/05_takeaway_card.svg</a:t>
            </a:r>
          </a:p>
          <a:p xmlns:a="http://schemas.openxmlformats.org/drawingml/2006/main">
            <a:r>
              <a:t>- SheShapes AI Design Kit: components/06_timeline_step.svg</a:t>
            </a:r>
          </a:p>
          <a:p xmlns:a="http://schemas.openxmlformats.org/drawingml/2006/main">
            <a:r>
              <a:t>
- User-provided SheShapes logo, color-normalized to exact Bright Purple #C33EE3.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SheShapes AI Design Kit: decorations/07_corner_arc.svg</a:t>
            </a:r>
          </a:p>
          <a:p xmlns:a="http://schemas.openxmlformats.org/drawingml/2006/main">
            <a:r>
              <a:t>- SheShapes AI Design Kit: decorations/06_sparkle_cluster.svg</a:t>
            </a:r>
          </a:p>
          <a:p xmlns:a="http://schemas.openxmlformats.org/drawingml/2006/main">
            <a:r>
              <a:t>
- User-provided SheShapes white logo.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99771dd8b3455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156715ec97497e" /><Relationship Type="http://schemas.openxmlformats.org/officeDocument/2006/relationships/slideLayout" Target="/ppt/slideLayouts/slideLayout1.xml" Id="R3124454f0d334d5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24454f0d334d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a38223b6ff44c6" /><Relationship Type="http://schemas.openxmlformats.org/officeDocument/2006/relationships/image" Target="/ppt/media/image.png" Id="Rf45356ec1e124762" /><Relationship Type="http://schemas.openxmlformats.org/officeDocument/2006/relationships/image" Target="/ppt/media/image.svg" Id="R3ca0ea0fe0ea4e0a" /><Relationship Type="http://schemas.openxmlformats.org/officeDocument/2006/relationships/image" Target="/ppt/media/image2.png" Id="R77aa337d27134c8d" /><Relationship Type="http://schemas.openxmlformats.org/officeDocument/2006/relationships/image" Target="/ppt/media/image2.svg" Id="Rb97ab97e332e40ea" /><Relationship Type="http://schemas.openxmlformats.org/officeDocument/2006/relationships/image" Target="/ppt/media/image3.png" Id="R133c4a65059b49e3" /><Relationship Type="http://schemas.openxmlformats.org/officeDocument/2006/relationships/image" Target="/ppt/media/image3.svg" Id="Rf78df812f98a4747" /><Relationship Type="http://schemas.openxmlformats.org/officeDocument/2006/relationships/image" Target="/ppt/media/image4.png" Id="Re6b927a3b8564e78" /><Relationship Type="http://schemas.openxmlformats.org/officeDocument/2006/relationships/notesSlide" Target="/ppt/notesSlides/notesSlide1.xml" Id="R06e3a5f7118d41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909f4f0f9e4bbe" /><Relationship Type="http://schemas.openxmlformats.org/officeDocument/2006/relationships/image" Target="/ppt/media/image5.png" Id="R82d03c2492a34cdd" /><Relationship Type="http://schemas.openxmlformats.org/officeDocument/2006/relationships/image" Target="/ppt/media/image4.svg" Id="R5fa7e538c00a442a" /><Relationship Type="http://schemas.openxmlformats.org/officeDocument/2006/relationships/image" Target="/ppt/media/image6.png" Id="Rf0d56435bf504f07" /><Relationship Type="http://schemas.openxmlformats.org/officeDocument/2006/relationships/image" Target="/ppt/media/image5.svg" Id="R9643e218acea4369" /><Relationship Type="http://schemas.openxmlformats.org/officeDocument/2006/relationships/image" Target="/ppt/media/image7.png" Id="R40a773dff3d64330" /><Relationship Type="http://schemas.openxmlformats.org/officeDocument/2006/relationships/image" Target="/ppt/media/image6.svg" Id="R4f4ba5e1063e47e0" /><Relationship Type="http://schemas.openxmlformats.org/officeDocument/2006/relationships/image" Target="/ppt/media/image8.png" Id="Ra46464595515403f" /><Relationship Type="http://schemas.openxmlformats.org/officeDocument/2006/relationships/notesSlide" Target="/ppt/notesSlides/notesSlide2.xml" Id="Rb284a9e6ef27458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5193ea3e0141f1" /><Relationship Type="http://schemas.openxmlformats.org/officeDocument/2006/relationships/image" Target="/ppt/media/image9.png" Id="R27a4bf140e524ad1" /><Relationship Type="http://schemas.openxmlformats.org/officeDocument/2006/relationships/image" Target="/ppt/media/image7.svg" Id="R45e63b87e27b4fe1" /><Relationship Type="http://schemas.openxmlformats.org/officeDocument/2006/relationships/image" Target="/ppt/media/image10.png" Id="Rd21fc2a966ec41a1" /><Relationship Type="http://schemas.openxmlformats.org/officeDocument/2006/relationships/image" Target="/ppt/media/image8.svg" Id="Rbe78bf59f3124993" /><Relationship Type="http://schemas.openxmlformats.org/officeDocument/2006/relationships/image" Target="/ppt/media/image11.png" Id="R7778ce893e644d95" /><Relationship Type="http://schemas.openxmlformats.org/officeDocument/2006/relationships/image" Target="/ppt/media/image9.svg" Id="Ra2a5b943f44d4aee" /><Relationship Type="http://schemas.openxmlformats.org/officeDocument/2006/relationships/image" Target="/ppt/media/image12.png" Id="R57a33928f6594eeb" /><Relationship Type="http://schemas.openxmlformats.org/officeDocument/2006/relationships/image" Target="/ppt/media/image10.svg" Id="Rc068b798fe9344f7" /><Relationship Type="http://schemas.openxmlformats.org/officeDocument/2006/relationships/image" Target="/ppt/media/image13.png" Id="R04aee8d0536b492e" /><Relationship Type="http://schemas.openxmlformats.org/officeDocument/2006/relationships/notesSlide" Target="/ppt/notesSlides/notesSlide3.xml" Id="R687983c0958d44c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57f36611894246" /><Relationship Type="http://schemas.openxmlformats.org/officeDocument/2006/relationships/image" Target="/ppt/media/image14.png" Id="R9ec269b58ea04c5d" /><Relationship Type="http://schemas.openxmlformats.org/officeDocument/2006/relationships/image" Target="/ppt/media/image11.svg" Id="R06e46c746b4c421e" /><Relationship Type="http://schemas.openxmlformats.org/officeDocument/2006/relationships/image" Target="/ppt/media/image15.png" Id="Rfc408c95c9de4fd2" /><Relationship Type="http://schemas.openxmlformats.org/officeDocument/2006/relationships/image" Target="/ppt/media/image12.svg" Id="R0bdd6c58d69248c0" /><Relationship Type="http://schemas.openxmlformats.org/officeDocument/2006/relationships/image" Target="/ppt/media/image16.png" Id="Rc832015fd70e4ddc" /><Relationship Type="http://schemas.openxmlformats.org/officeDocument/2006/relationships/image" Target="/ppt/media/image13.svg" Id="R26a77bb6582a4321" /><Relationship Type="http://schemas.openxmlformats.org/officeDocument/2006/relationships/image" Target="/ppt/media/image17.png" Id="R2461690e2b8c46ad" /><Relationship Type="http://schemas.openxmlformats.org/officeDocument/2006/relationships/image" Target="/ppt/media/image14.svg" Id="R6807264a28d140ab" /><Relationship Type="http://schemas.openxmlformats.org/officeDocument/2006/relationships/image" Target="/ppt/media/image18.png" Id="R26e4ae6439a64c15" /><Relationship Type="http://schemas.openxmlformats.org/officeDocument/2006/relationships/notesSlide" Target="/ppt/notesSlides/notesSlide4.xml" Id="R4c2e349ffa424e0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2536956ebd40d5" /><Relationship Type="http://schemas.openxmlformats.org/officeDocument/2006/relationships/image" Target="/ppt/media/image19.png" Id="R9ff7551d04914b55" /><Relationship Type="http://schemas.openxmlformats.org/officeDocument/2006/relationships/image" Target="/ppt/media/image15.svg" Id="Re909bd1f3bb94ed6" /><Relationship Type="http://schemas.openxmlformats.org/officeDocument/2006/relationships/image" Target="/ppt/media/image20.png" Id="R21e2448e2a414de8" /><Relationship Type="http://schemas.openxmlformats.org/officeDocument/2006/relationships/image" Target="/ppt/media/image16.svg" Id="Rfc3671c30ae4413f" /><Relationship Type="http://schemas.openxmlformats.org/officeDocument/2006/relationships/image" Target="/ppt/media/image21.png" Id="R177420e6589847b6" /><Relationship Type="http://schemas.openxmlformats.org/officeDocument/2006/relationships/image" Target="/ppt/media/image17.svg" Id="R395f30eb4bc44ed5" /><Relationship Type="http://schemas.openxmlformats.org/officeDocument/2006/relationships/image" Target="/ppt/media/image22.png" Id="Rce92bd20cd8647dd" /><Relationship Type="http://schemas.openxmlformats.org/officeDocument/2006/relationships/image" Target="/ppt/media/image18.svg" Id="R947402efcb244040" /><Relationship Type="http://schemas.openxmlformats.org/officeDocument/2006/relationships/image" Target="/ppt/media/image23.png" Id="R4fa2a25bd9ca4761" /><Relationship Type="http://schemas.openxmlformats.org/officeDocument/2006/relationships/notesSlide" Target="/ppt/notesSlides/notesSlide5.xml" Id="Rf8676a7697914e1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8086da9487455e" /><Relationship Type="http://schemas.openxmlformats.org/officeDocument/2006/relationships/image" Target="/ppt/media/image24.png" Id="R18658a0b38874b3f" /><Relationship Type="http://schemas.openxmlformats.org/officeDocument/2006/relationships/image" Target="/ppt/media/image19.svg" Id="R052ba8be555946ee" /><Relationship Type="http://schemas.openxmlformats.org/officeDocument/2006/relationships/image" Target="/ppt/media/image25.png" Id="R5f6285be9a7c4a85" /><Relationship Type="http://schemas.openxmlformats.org/officeDocument/2006/relationships/image" Target="/ppt/media/image20.svg" Id="Rba4c689ac92e4348" /><Relationship Type="http://schemas.openxmlformats.org/officeDocument/2006/relationships/image" Target="/ppt/media/image26.png" Id="R7db7ef69ad264a45" /><Relationship Type="http://schemas.openxmlformats.org/officeDocument/2006/relationships/image" Target="/ppt/media/image21.svg" Id="R37fecb04281b4ace" /><Relationship Type="http://schemas.openxmlformats.org/officeDocument/2006/relationships/image" Target="/ppt/media/image27.png" Id="R1f33abd028c940ad" /><Relationship Type="http://schemas.openxmlformats.org/officeDocument/2006/relationships/image" Target="/ppt/media/image22.svg" Id="R66d28313787945d4" /><Relationship Type="http://schemas.openxmlformats.org/officeDocument/2006/relationships/image" Target="/ppt/media/image28.png" Id="Ra07268c30859477c" /><Relationship Type="http://schemas.openxmlformats.org/officeDocument/2006/relationships/image" Target="/ppt/media/image23.svg" Id="R4ea3b6faf70d454d" /><Relationship Type="http://schemas.openxmlformats.org/officeDocument/2006/relationships/image" Target="/ppt/media/image29.png" Id="R8e5576efda604b9d" /><Relationship Type="http://schemas.openxmlformats.org/officeDocument/2006/relationships/image" Target="/ppt/media/image24.svg" Id="R7a32a19ba8774626" /><Relationship Type="http://schemas.openxmlformats.org/officeDocument/2006/relationships/image" Target="/ppt/media/image30.png" Id="R95b2ffa6520c4b41" /><Relationship Type="http://schemas.openxmlformats.org/officeDocument/2006/relationships/image" Target="/ppt/media/image25.svg" Id="Rab9a34904af64d60" /><Relationship Type="http://schemas.openxmlformats.org/officeDocument/2006/relationships/image" Target="/ppt/media/image31.png" Id="Rf5ea7fab6efb4747" /><Relationship Type="http://schemas.openxmlformats.org/officeDocument/2006/relationships/image" Target="/ppt/media/image26.svg" Id="Rddc239d1e1674fd0" /><Relationship Type="http://schemas.openxmlformats.org/officeDocument/2006/relationships/image" Target="/ppt/media/image32.png" Id="Ra55ec6e28ec147e6" /><Relationship Type="http://schemas.openxmlformats.org/officeDocument/2006/relationships/notesSlide" Target="/ppt/notesSlides/notesSlide6.xml" Id="R7f7ff52a001146d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db747cdeb34c6b" /><Relationship Type="http://schemas.openxmlformats.org/officeDocument/2006/relationships/image" Target="/ppt/media/image33.png" Id="R30406feb20f74505" /><Relationship Type="http://schemas.openxmlformats.org/officeDocument/2006/relationships/image" Target="/ppt/media/image27.svg" Id="Reeef7f6350ab40ed" /><Relationship Type="http://schemas.openxmlformats.org/officeDocument/2006/relationships/image" Target="/ppt/media/image34.png" Id="Rf8a486db84334499" /><Relationship Type="http://schemas.openxmlformats.org/officeDocument/2006/relationships/image" Target="/ppt/media/image28.svg" Id="R0f7aff885b4b4ff0" /><Relationship Type="http://schemas.openxmlformats.org/officeDocument/2006/relationships/image" Target="/ppt/media/image35.png" Id="Rc5c2ef60affd499a" /><Relationship Type="http://schemas.openxmlformats.org/officeDocument/2006/relationships/image" Target="/ppt/media/image29.svg" Id="Rbee17c2ef9974b22" /><Relationship Type="http://schemas.openxmlformats.org/officeDocument/2006/relationships/image" Target="/ppt/media/image36.png" Id="Rd913f9bdc3c04935" /><Relationship Type="http://schemas.openxmlformats.org/officeDocument/2006/relationships/image" Target="/ppt/media/image30.svg" Id="R44c0be3f47bd4783" /><Relationship Type="http://schemas.openxmlformats.org/officeDocument/2006/relationships/image" Target="/ppt/media/image37.png" Id="R2b242a841de84628" /><Relationship Type="http://schemas.openxmlformats.org/officeDocument/2006/relationships/image" Target="/ppt/media/image31.svg" Id="Ra5718c1a2cd24457" /><Relationship Type="http://schemas.openxmlformats.org/officeDocument/2006/relationships/image" Target="/ppt/media/image38.png" Id="R5ebfe0e9068f480e" /><Relationship Type="http://schemas.openxmlformats.org/officeDocument/2006/relationships/image" Target="/ppt/media/image32.svg" Id="R10591b7c721e46dc" /><Relationship Type="http://schemas.openxmlformats.org/officeDocument/2006/relationships/image" Target="/ppt/media/image39.png" Id="R2f57b467bf6849e1" /><Relationship Type="http://schemas.openxmlformats.org/officeDocument/2006/relationships/image" Target="/ppt/media/image33.svg" Id="Rb8bfe86dd0d340e9" /><Relationship Type="http://schemas.openxmlformats.org/officeDocument/2006/relationships/image" Target="/ppt/media/image40.png" Id="Rc9149949b542407f" /><Relationship Type="http://schemas.openxmlformats.org/officeDocument/2006/relationships/image" Target="/ppt/media/image34.svg" Id="R47b15890410549d9" /><Relationship Type="http://schemas.openxmlformats.org/officeDocument/2006/relationships/image" Target="/ppt/media/image41.png" Id="R100d21362f044f6d" /><Relationship Type="http://schemas.openxmlformats.org/officeDocument/2006/relationships/notesSlide" Target="/ppt/notesSlides/notesSlide7.xml" Id="Recef909a7b0f435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540d0c7f0e4d76" /><Relationship Type="http://schemas.openxmlformats.org/officeDocument/2006/relationships/image" Target="/ppt/media/image42.png" Id="R48c2f249e0734df3" /><Relationship Type="http://schemas.openxmlformats.org/officeDocument/2006/relationships/image" Target="/ppt/media/image35.svg" Id="R3d88d72366e6477a" /><Relationship Type="http://schemas.openxmlformats.org/officeDocument/2006/relationships/image" Target="/ppt/media/image43.png" Id="Rf8c950a3419941a2" /><Relationship Type="http://schemas.openxmlformats.org/officeDocument/2006/relationships/image" Target="/ppt/media/image36.svg" Id="R1f3fb28a2d9448d4" /><Relationship Type="http://schemas.openxmlformats.org/officeDocument/2006/relationships/image" Target="/ppt/media/image44.png" Id="R105a0793f2924af4" /><Relationship Type="http://schemas.openxmlformats.org/officeDocument/2006/relationships/image" Target="/ppt/media/image37.svg" Id="Rae447092bcf74b5b" /><Relationship Type="http://schemas.openxmlformats.org/officeDocument/2006/relationships/image" Target="/ppt/media/image45.png" Id="Rf525cb6258d24c64" /><Relationship Type="http://schemas.openxmlformats.org/officeDocument/2006/relationships/image" Target="/ppt/media/image38.svg" Id="R8d5aafb54a0e45ff" /><Relationship Type="http://schemas.openxmlformats.org/officeDocument/2006/relationships/image" Target="/ppt/media/image46.png" Id="Re666277a26c34be4" /><Relationship Type="http://schemas.openxmlformats.org/officeDocument/2006/relationships/image" Target="/ppt/media/image39.svg" Id="Ra76226955cb54be7" /><Relationship Type="http://schemas.openxmlformats.org/officeDocument/2006/relationships/image" Target="/ppt/media/image47.png" Id="Rca053009819940da" /><Relationship Type="http://schemas.openxmlformats.org/officeDocument/2006/relationships/image" Target="/ppt/media/image40.svg" Id="R121860318b7f4fba" /><Relationship Type="http://schemas.openxmlformats.org/officeDocument/2006/relationships/image" Target="/ppt/media/image48.png" Id="R4b0ec746c4554d45" /><Relationship Type="http://schemas.openxmlformats.org/officeDocument/2006/relationships/image" Target="/ppt/media/image41.svg" Id="R166f40e358004c20" /><Relationship Type="http://schemas.openxmlformats.org/officeDocument/2006/relationships/image" Target="/ppt/media/image49.png" Id="Rf99af4a3eedf45eb" /><Relationship Type="http://schemas.openxmlformats.org/officeDocument/2006/relationships/image" Target="/ppt/media/image42.svg" Id="R333fd8589c66454f" /><Relationship Type="http://schemas.openxmlformats.org/officeDocument/2006/relationships/image" Target="/ppt/media/image50.png" Id="Rf598b864df694258" /><Relationship Type="http://schemas.openxmlformats.org/officeDocument/2006/relationships/image" Target="/ppt/media/image43.svg" Id="Rebf8a3cbd7fa46f7" /><Relationship Type="http://schemas.openxmlformats.org/officeDocument/2006/relationships/image" Target="/ppt/media/image51.png" Id="R895202a373314f2b" /><Relationship Type="http://schemas.openxmlformats.org/officeDocument/2006/relationships/image" Target="/ppt/media/image44.svg" Id="Re99e6c10398345c8" /><Relationship Type="http://schemas.openxmlformats.org/officeDocument/2006/relationships/image" Target="/ppt/media/image52.png" Id="Rf3efebea1aeb425c" /><Relationship Type="http://schemas.openxmlformats.org/officeDocument/2006/relationships/notesSlide" Target="/ppt/notesSlides/notesSlide8.xml" Id="R715ad2a73d65421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cc893cae78414f" /><Relationship Type="http://schemas.openxmlformats.org/officeDocument/2006/relationships/image" Target="/ppt/media/image53.png" Id="R19c10ebe4cda4c2d" /><Relationship Type="http://schemas.openxmlformats.org/officeDocument/2006/relationships/image" Target="/ppt/media/image45.svg" Id="Rcf4559731bdb4d22" /><Relationship Type="http://schemas.openxmlformats.org/officeDocument/2006/relationships/image" Target="/ppt/media/image54.png" Id="Rd8e84744d1e64a62" /><Relationship Type="http://schemas.openxmlformats.org/officeDocument/2006/relationships/image" Target="/ppt/media/image46.svg" Id="R458d3c4a36ad4f93" /><Relationship Type="http://schemas.openxmlformats.org/officeDocument/2006/relationships/image" Target="/ppt/media/image55.png" Id="Re3fe752144474fba" /><Relationship Type="http://schemas.openxmlformats.org/officeDocument/2006/relationships/image" Target="/ppt/media/image47.svg" Id="R20f548b94a6b47b8" /><Relationship Type="http://schemas.openxmlformats.org/officeDocument/2006/relationships/image" Target="/ppt/media/image56.png" Id="Rcaea68a3b37f44f1" /><Relationship Type="http://schemas.openxmlformats.org/officeDocument/2006/relationships/image" Target="/ppt/media/image48.svg" Id="Rc48d050689ec42de" /><Relationship Type="http://schemas.openxmlformats.org/officeDocument/2006/relationships/image" Target="/ppt/media/image57.png" Id="R31c75551aff14f54" /><Relationship Type="http://schemas.openxmlformats.org/officeDocument/2006/relationships/image" Target="/ppt/media/image49.svg" Id="Rf91e02a6ccd7470b" /><Relationship Type="http://schemas.openxmlformats.org/officeDocument/2006/relationships/image" Target="/ppt/media/image58.png" Id="R72da808277674613" /><Relationship Type="http://schemas.openxmlformats.org/officeDocument/2006/relationships/image" Target="/ppt/media/image50.svg" Id="R28abd12f21764bce" /><Relationship Type="http://schemas.openxmlformats.org/officeDocument/2006/relationships/image" Target="/ppt/media/image59.png" Id="Ref35ff26d222439a" /><Relationship Type="http://schemas.openxmlformats.org/officeDocument/2006/relationships/notesSlide" Target="/ppt/notesSlides/notesSlide9.xml" Id="R450288ce18d14c2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b19c6a1cdb45e0" /><Relationship Type="http://schemas.openxmlformats.org/officeDocument/2006/relationships/image" Target="/ppt/media/image60.png" Id="R0fdd89d928744add" /><Relationship Type="http://schemas.openxmlformats.org/officeDocument/2006/relationships/image" Target="/ppt/media/image51.svg" Id="R39c41acd03d24071" /><Relationship Type="http://schemas.openxmlformats.org/officeDocument/2006/relationships/image" Target="/ppt/media/image61.png" Id="R2b6080d6ae1c420f" /><Relationship Type="http://schemas.openxmlformats.org/officeDocument/2006/relationships/image" Target="/ppt/media/image52.svg" Id="Rd7feae207e604247" /><Relationship Type="http://schemas.openxmlformats.org/officeDocument/2006/relationships/image" Target="/ppt/media/image62.png" Id="Rd090726ae77e44ce" /><Relationship Type="http://schemas.openxmlformats.org/officeDocument/2006/relationships/notesSlide" Target="/ppt/notesSlides/notesSlide10.xml" Id="Rd976a0b05b2b4548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4C4C4C"/>
            </a:gs>
            <a:gs pos="58000">
              <a:srgbClr val="7048C8"/>
            </a:gs>
            <a:gs pos="100000">
              <a:srgbClr val="C33EE3"/>
            </a:gs>
          </a:gsLst>
          <a:lin ang="75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5356ec1e124762">
            <a:extLst>
              <a:ext uri="{96DAC541-7B7A-43D3-8B79-37D633B846F1}">
                <asvg:svgBlip xmlns:asvg="http://schemas.microsoft.com/office/drawing/2016/SVG/main" r:embed="R3ca0ea0fe0ea4e0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286625" y="419100"/>
            <a:ext cx="4476750" cy="4000500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aa337d27134c8d">
            <a:extLst>
              <a:ext uri="{96DAC541-7B7A-43D3-8B79-37D633B846F1}">
                <asvg:svgBlip xmlns:asvg="http://schemas.microsoft.com/office/drawing/2016/SVG/main" r:embed="Rb97ab97e332e40e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353300" y="552450"/>
            <a:ext cx="4000500" cy="5429250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3c4a65059b49e3">
            <a:extLst>
              <a:ext uri="{96DAC541-7B7A-43D3-8B79-37D633B846F1}">
                <asvg:svgBlip xmlns:asvg="http://schemas.microsoft.com/office/drawing/2016/SVG/main" r:embed="Rf78df812f98a474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686550" y="4953000"/>
            <a:ext cx="4953000" cy="1524000"/>
          </a:xfrm>
          <a:prstGeom xmlns:a="http://schemas.openxmlformats.org/drawingml/2006/main" prst="rect">
            <a:avLst/>
          </a:prstGeom>
        </p:spPr>
      </p:pic>
      <p:sp>
        <p:nvSpPr>
          <p:cNvPr id="4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07780D63-390D-4C60-A71A-B5C53228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7048C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SHESHAPES AI · DESIGN KIT v0.1</a:t>
            </a:r>
          </a:p>
        </p:txBody>
      </p:sp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6EB06E9-4D0C-44A8-B255-222939ACD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619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5400" b="1">
                <a:solidFill>
                  <a:srgbClr val="25232A"/>
                </a:solidFill>
                <a:latin typeface="PingFang SC"/>
                <a:ea typeface="PingFang SC"/>
                <a:cs typeface="PingFang SC"/>
              </a:defRPr>
            </a:pPr>
            <a:r>
              <a: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可复用视觉元素库</a:t>
            </a:r>
          </a:p>
        </p:txBody>
      </p:sp>
      <p:sp>
        <p:nvSpPr>
          <p:cNvPr id="6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252C053-E783-4F6B-AB71-73EAC479E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571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>
                <a:solidFill>
                  <a:srgbClr val="7048C8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E3D8F1"/>
                </a:solidFill>
                <a:latin typeface="PingFang SC"/>
                <a:ea typeface="PingFang SC"/>
                <a:cs typeface="PingFang SC"/>
              </a:rPr>
              <a:t>角色 · 图标 · 装饰 · 演示组件</a:t>
            </a:r>
          </a:p>
        </p:txBody>
      </p:sp>
      <p:sp>
        <p:nvSpPr>
          <p:cNvPr id="7" name="cover-description">
            <a:extLst xmlns:a="http://schemas.openxmlformats.org/drawingml/2006/main">
              <a:ext uri="{FF2B5EF4-FFF2-40B4-BE49-F238E27FC236}">
                <a16:creationId xmlns:a16="http://schemas.microsoft.com/office/drawing/2014/main" id="{62C91C39-A8A9-4FE6-A960-DF9E7D064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86150"/>
            <a:ext cx="5429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75" b="0">
                <a:solidFill>
                  <a:srgbClr val="4C4C4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面向工作坊、圆桌、黑客松、社群活动与日常模板设计的 44 个可编辑 SVG 元素。</a:t>
            </a:r>
          </a:p>
        </p:txBody>
      </p:sp>
      <p:sp>
        <p:nvSpPr>
          <p:cNvPr id="8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83614F4C-7CCC-44CE-B951-95050F9A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32575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4C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ver-tag">
            <a:extLst xmlns:a="http://schemas.openxmlformats.org/drawingml/2006/main">
              <a:ext uri="{FF2B5EF4-FFF2-40B4-BE49-F238E27FC236}">
                <a16:creationId xmlns:a16="http://schemas.microsoft.com/office/drawing/2014/main" id="{E492ED92-270C-494F-A2E7-49F3B4832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91125"/>
            <a:ext cx="2838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POWERPOINT · CANVA · FIGMA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b927a3b8564e78"/>
          <a:stretch xmlns:a="http://schemas.openxmlformats.org/drawingml/2006/main"/>
        </p:blipFill>
        <p:spPr>
          <a:xfrm xmlns:a="http://schemas.openxmlformats.org/drawingml/2006/main">
            <a:off x="9525000" y="174550"/>
            <a:ext cx="1952625" cy="451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42801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AF8F1"/>
            </a:gs>
            <a:gs pos="58000">
              <a:srgbClr val="F8EEF0"/>
            </a:gs>
            <a:gs pos="100000">
              <a:srgbClr val="E3D8F1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ection-2">
            <a:extLst xmlns:a="http://schemas.openxmlformats.org/drawingml/2006/main">
              <a:ext uri="{FF2B5EF4-FFF2-40B4-BE49-F238E27FC236}">
                <a16:creationId xmlns:a16="http://schemas.microsoft.com/office/drawing/2014/main" id="{16F8BE73-EDD3-4E22-834D-2855521C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7048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48C8"/>
                </a:solidFill>
                <a:latin typeface="Arial"/>
                <a:ea typeface="Arial"/>
                <a:cs typeface="Arial"/>
              </a:rPr>
              <a:t>QUICK START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E51F6C14-18B4-4FF3-A7C4-0372DA86C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25232A"/>
                </a:solidFill>
                <a:latin typeface="PingFang SC"/>
                <a:ea typeface="PingFang SC"/>
                <a:cs typeface="PingFang SC"/>
              </a:defRPr>
            </a:pPr>
            <a:r>
              <a:rPr sz="3675" b="1">
                <a:solidFill>
                  <a:srgbClr val="25232A"/>
                </a:solidFill>
                <a:latin typeface="PingFang SC"/>
                <a:ea typeface="PingFang SC"/>
                <a:cs typeface="PingFang SC"/>
              </a:rPr>
              <a:t>三步，把元素带进任何模板</a:t>
            </a:r>
          </a:p>
        </p:txBody>
      </p:sp>
      <p:sp>
        <p:nvSpPr>
          <p:cNvPr id="3" name="subtitle-2">
            <a:extLst xmlns:a="http://schemas.openxmlformats.org/drawingml/2006/main">
              <a:ext uri="{FF2B5EF4-FFF2-40B4-BE49-F238E27FC236}">
                <a16:creationId xmlns:a16="http://schemas.microsoft.com/office/drawing/2014/main" id="{AEC86653-8F5C-437E-8EF2-AF5C28A7D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4C4C4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4C4C4C"/>
                </a:solidFill>
                <a:latin typeface="PingFang SC"/>
                <a:ea typeface="PingFang SC"/>
                <a:cs typeface="PingFang SC"/>
              </a:rPr>
              <a:t>建议保留一份“元素库母版”，再复制到活动、社交媒体和课程项目中。</a:t>
            </a:r>
          </a:p>
        </p:txBody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9F50C08C-33EC-45B2-ADB6-55BDE1AD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381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350" b="1">
                <a:solidFill>
                  <a:srgbClr val="B9BC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9BCE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header-rule-2">
            <a:extLst xmlns:a="http://schemas.openxmlformats.org/drawingml/2006/main">
              <a:ext uri="{FF2B5EF4-FFF2-40B4-BE49-F238E27FC236}">
                <a16:creationId xmlns:a16="http://schemas.microsoft.com/office/drawing/2014/main" id="{006D7277-34AF-46F9-87BA-4F3061B79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ep-panel-0">
            <a:extLst xmlns:a="http://schemas.openxmlformats.org/drawingml/2006/main">
              <a:ext uri="{FF2B5EF4-FFF2-40B4-BE49-F238E27FC236}">
                <a16:creationId xmlns:a16="http://schemas.microsoft.com/office/drawing/2014/main" id="{60DF9541-8165-4EA3-BE1A-0C82A28E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3333750" cy="37147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3D8F1"/>
            </a:solidFill>
            <a:prstDash val="solid"/>
          </a:ln>
        </p:spPr>
      </p:sp>
      <p:sp>
        <p:nvSpPr>
          <p:cNvPr id="7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A37D1C94-A9EE-4641-B63A-B0904BE89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7048C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048C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d03c2492a34cdd">
            <a:extLst>
              <a:ext uri="{96DAC541-7B7A-43D3-8B79-37D633B846F1}">
                <asvg:svgBlip xmlns:asvg="http://schemas.microsoft.com/office/drawing/2016/SVG/main" r:embed="R5fa7e538c00a442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762250" y="2286000"/>
            <a:ext cx="819150" cy="819150"/>
          </a:xfrm>
          <a:prstGeom xmlns:a="http://schemas.openxmlformats.org/drawingml/2006/main" prst="rect">
            <a:avLst/>
          </a:prstGeom>
        </p:spPr>
      </p:pic>
      <p:sp>
        <p:nvSpPr>
          <p:cNvPr id="9" name="step-title-0">
            <a:extLst xmlns:a="http://schemas.openxmlformats.org/drawingml/2006/main">
              <a:ext uri="{FF2B5EF4-FFF2-40B4-BE49-F238E27FC236}">
                <a16:creationId xmlns:a16="http://schemas.microsoft.com/office/drawing/2014/main" id="{E83376CA-E69C-47E5-902F-951C805E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25232A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5232A"/>
                </a:solidFill>
                <a:latin typeface="PingFang SC"/>
                <a:ea typeface="PingFang SC"/>
                <a:cs typeface="PingFang SC"/>
              </a:rPr>
              <a:t>复制</a:t>
            </a:r>
          </a:p>
        </p:txBody>
      </p:sp>
      <p:sp>
        <p:nvSpPr>
          <p:cNvPr id="10" name="step-body-0">
            <a:extLst xmlns:a="http://schemas.openxmlformats.org/drawingml/2006/main">
              <a:ext uri="{FF2B5EF4-FFF2-40B4-BE49-F238E27FC236}">
                <a16:creationId xmlns:a16="http://schemas.microsoft.com/office/drawing/2014/main" id="{26A2AC55-5A10-47DF-8C7E-03606A92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76700"/>
            <a:ext cx="272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725" b="0">
                <a:solidFill>
                  <a:srgbClr val="4C4C4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4C4C4C"/>
                </a:solidFill>
                <a:latin typeface="PingFang SC"/>
                <a:ea typeface="PingFang SC"/>
                <a:cs typeface="PingFang SC"/>
              </a:rPr>
              <a:t>从分类页复制单个 SVG，或直接复制整页作为素材板。</a:t>
            </a:r>
          </a:p>
        </p:txBody>
      </p:sp>
      <p:sp>
        <p:nvSpPr>
          <p:cNvPr id="11" name="step-rule-0">
            <a:extLst xmlns:a="http://schemas.openxmlformats.org/drawingml/2006/main">
              <a:ext uri="{FF2B5EF4-FFF2-40B4-BE49-F238E27FC236}">
                <a16:creationId xmlns:a16="http://schemas.microsoft.com/office/drawing/2014/main" id="{BD810BD7-AE1A-47A3-9AF7-90A971559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67350"/>
            <a:ext cx="2800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ep-panel-1">
            <a:extLst xmlns:a="http://schemas.openxmlformats.org/drawingml/2006/main">
              <a:ext uri="{FF2B5EF4-FFF2-40B4-BE49-F238E27FC236}">
                <a16:creationId xmlns:a16="http://schemas.microsoft.com/office/drawing/2014/main" id="{BB4FAC50-B744-4554-9195-D4E571593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43125"/>
            <a:ext cx="3333750" cy="37147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3D8F1"/>
            </a:solidFill>
            <a:prstDash val="solid"/>
          </a:ln>
        </p:spPr>
      </p:sp>
      <p:sp>
        <p:nvSpPr>
          <p:cNvPr id="13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484E7D55-FC49-45E0-8399-F7B51C3F3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812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42A8F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2A8F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d56435bf504f07">
            <a:extLst>
              <a:ext uri="{96DAC541-7B7A-43D3-8B79-37D633B846F1}">
                <asvg:svgBlip xmlns:asvg="http://schemas.microsoft.com/office/drawing/2016/SVG/main" r:embed="R9643e218acea436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477000" y="2286000"/>
            <a:ext cx="819150" cy="819150"/>
          </a:xfrm>
          <a:prstGeom xmlns:a="http://schemas.openxmlformats.org/drawingml/2006/main" prst="rect">
            <a:avLst/>
          </a:prstGeom>
        </p:spPr>
      </p:pic>
      <p:sp>
        <p:nvSpPr>
          <p:cNvPr id="15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B567A23F-A8E3-4A17-A84D-12B0D40F4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956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25232A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5232A"/>
                </a:solidFill>
                <a:latin typeface="PingFang SC"/>
                <a:ea typeface="PingFang SC"/>
                <a:cs typeface="PingFang SC"/>
              </a:rPr>
              <a:t>换色</a:t>
            </a:r>
          </a:p>
        </p:txBody>
      </p:sp>
      <p:sp>
        <p:nvSpPr>
          <p:cNvPr id="16" name="step-body-1">
            <a:extLst xmlns:a="http://schemas.openxmlformats.org/drawingml/2006/main">
              <a:ext uri="{FF2B5EF4-FFF2-40B4-BE49-F238E27FC236}">
                <a16:creationId xmlns:a16="http://schemas.microsoft.com/office/drawing/2014/main" id="{D8244ECF-CB81-4562-AADC-B765898C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76700"/>
            <a:ext cx="272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725" b="0">
                <a:solidFill>
                  <a:srgbClr val="4C4C4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4C4C4C"/>
                </a:solidFill>
                <a:latin typeface="PingFang SC"/>
                <a:ea typeface="PingFang SC"/>
                <a:cs typeface="PingFang SC"/>
              </a:rPr>
              <a:t>优先替换品牌紫、科技蓝与薰衣草色；肤色与发色保持自然。</a:t>
            </a:r>
          </a:p>
        </p:txBody>
      </p:sp>
      <p:sp>
        <p:nvSpPr>
          <p:cNvPr id="17" name="step-rule-1">
            <a:extLst xmlns:a="http://schemas.openxmlformats.org/drawingml/2006/main">
              <a:ext uri="{FF2B5EF4-FFF2-40B4-BE49-F238E27FC236}">
                <a16:creationId xmlns:a16="http://schemas.microsoft.com/office/drawing/2014/main" id="{760EA765-CFC0-41F5-B5C8-6EE91E975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467350"/>
            <a:ext cx="2800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A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tep-panel-2">
            <a:extLst xmlns:a="http://schemas.openxmlformats.org/drawingml/2006/main">
              <a:ext uri="{FF2B5EF4-FFF2-40B4-BE49-F238E27FC236}">
                <a16:creationId xmlns:a16="http://schemas.microsoft.com/office/drawing/2014/main" id="{FE9FE23B-3755-41C4-87E3-D1333096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43125"/>
            <a:ext cx="3333750" cy="37147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3D8F1"/>
            </a:solidFill>
            <a:prstDash val="solid"/>
          </a:ln>
        </p:spPr>
      </p:sp>
      <p:sp>
        <p:nvSpPr>
          <p:cNvPr id="19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7489A856-6424-479B-B223-1C437FCB7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812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C33EE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33EE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a773dff3d64330">
            <a:extLst>
              <a:ext uri="{96DAC541-7B7A-43D3-8B79-37D633B846F1}">
                <asvg:svgBlip xmlns:asvg="http://schemas.microsoft.com/office/drawing/2016/SVG/main" r:embed="R4f4ba5e1063e47e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191750" y="2286000"/>
            <a:ext cx="819150" cy="819150"/>
          </a:xfrm>
          <a:prstGeom xmlns:a="http://schemas.openxmlformats.org/drawingml/2006/main" prst="rect">
            <a:avLst/>
          </a:prstGeom>
        </p:spPr>
      </p:pic>
      <p:sp>
        <p:nvSpPr>
          <p:cNvPr id="21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12D8AB1D-3F00-4C4A-B571-B168D63D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956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25232A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5232A"/>
                </a:solidFill>
                <a:latin typeface="PingFang SC"/>
                <a:ea typeface="PingFang SC"/>
                <a:cs typeface="PingFang SC"/>
              </a:rPr>
              <a:t>组合</a:t>
            </a:r>
          </a:p>
        </p:txBody>
      </p:sp>
      <p:sp>
        <p:nvSpPr>
          <p:cNvPr id="22" name="step-body-2">
            <a:extLst xmlns:a="http://schemas.openxmlformats.org/drawingml/2006/main">
              <a:ext uri="{FF2B5EF4-FFF2-40B4-BE49-F238E27FC236}">
                <a16:creationId xmlns:a16="http://schemas.microsoft.com/office/drawing/2014/main" id="{FF6293C3-640F-4DA2-AF5E-2C00FF09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76700"/>
            <a:ext cx="272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725" b="0">
                <a:solidFill>
                  <a:srgbClr val="4C4C4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4C4C4C"/>
                </a:solidFill>
                <a:latin typeface="PingFang SC"/>
                <a:ea typeface="PingFang SC"/>
                <a:cs typeface="PingFang SC"/>
              </a:rPr>
              <a:t>角色负责叙事，图标负责提示，装饰负责节奏，组件负责结构。</a:t>
            </a:r>
          </a:p>
        </p:txBody>
      </p:sp>
      <p:sp>
        <p:nvSpPr>
          <p:cNvPr id="23" name="step-rule-2">
            <a:extLst xmlns:a="http://schemas.openxmlformats.org/drawingml/2006/main">
              <a:ext uri="{FF2B5EF4-FFF2-40B4-BE49-F238E27FC236}">
                <a16:creationId xmlns:a16="http://schemas.microsoft.com/office/drawing/2014/main" id="{6FD646B6-450F-4A67-A203-7F59631B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467350"/>
            <a:ext cx="2800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3EE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6464595515403f"/>
          <a:stretch xmlns:a="http://schemas.openxmlformats.org/drawingml/2006/main"/>
        </p:blipFill>
        <p:spPr>
          <a:xfrm xmlns:a="http://schemas.openxmlformats.org/drawingml/2006/main">
            <a:off x="9648825" y="288188"/>
            <a:ext cx="1257300" cy="290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041402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AF8F1"/>
            </a:gs>
            <a:gs pos="100000">
              <a:srgbClr val="F8EEF0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-3">
            <a:extLst xmlns:a="http://schemas.openxmlformats.org/drawingml/2006/main">
              <a:ext uri="{FF2B5EF4-FFF2-40B4-BE49-F238E27FC236}">
                <a16:creationId xmlns:a16="http://schemas.microsoft.com/office/drawing/2014/main" id="{1E8EC1B5-849A-4C9C-B9E5-4782050F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7048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48C8"/>
                </a:solidFill>
                <a:latin typeface="Arial"/>
                <a:ea typeface="Arial"/>
                <a:cs typeface="Arial"/>
              </a:rPr>
              <a:t>CHARACTERS 01—04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F1983112-D586-4816-8721-54759C52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25232A"/>
                </a:solidFill>
                <a:latin typeface="PingFang SC"/>
                <a:ea typeface="PingFang SC"/>
                <a:cs typeface="PingFang SC"/>
              </a:defRPr>
            </a:pPr>
            <a:r>
              <a:rPr sz="3675" b="1">
                <a:solidFill>
                  <a:srgbClr val="25232A"/>
                </a:solidFill>
                <a:latin typeface="PingFang SC"/>
                <a:ea typeface="PingFang SC"/>
                <a:cs typeface="PingFang SC"/>
              </a:rPr>
              <a:t>单人角色：从构建到产品决策</a:t>
            </a:r>
          </a:p>
        </p:txBody>
      </p:sp>
      <p:sp>
        <p:nvSpPr>
          <p:cNvPr id="3" name="subtitle-3">
            <a:extLst xmlns:a="http://schemas.openxmlformats.org/drawingml/2006/main">
              <a:ext uri="{FF2B5EF4-FFF2-40B4-BE49-F238E27FC236}">
                <a16:creationId xmlns:a16="http://schemas.microsoft.com/office/drawing/2014/main" id="{B28517B1-B41F-4991-A7B4-1C646281E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4C4C4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4C4C4C"/>
                </a:solidFill>
                <a:latin typeface="PingFang SC"/>
                <a:ea typeface="PingFang SC"/>
                <a:cs typeface="PingFang SC"/>
              </a:rPr>
              <a:t>适合标题页、人物介绍、议题过渡和角色化叙事。</a:t>
            </a:r>
          </a:p>
        </p:txBody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E20FF988-BEF6-4576-B023-B5A098724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381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350" b="1">
                <a:solidFill>
                  <a:srgbClr val="B9BC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9BCE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header-rule-3">
            <a:extLst xmlns:a="http://schemas.openxmlformats.org/drawingml/2006/main">
              <a:ext uri="{FF2B5EF4-FFF2-40B4-BE49-F238E27FC236}">
                <a16:creationId xmlns:a16="http://schemas.microsoft.com/office/drawing/2014/main" id="{B1200D7B-1229-4901-BD89-F8E799048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urface-3-1">
            <a:extLst xmlns:a="http://schemas.openxmlformats.org/drawingml/2006/main">
              <a:ext uri="{FF2B5EF4-FFF2-40B4-BE49-F238E27FC236}">
                <a16:creationId xmlns:a16="http://schemas.microsoft.com/office/drawing/2014/main" id="{C74F1EAE-2AEC-4C79-9908-1322CD0A3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586038" cy="4495800"/>
          </a:xfrm>
          <a:prstGeom xmlns:a="http://schemas.openxmlformats.org/drawingml/2006/main" prst="roundRect">
            <a:avLst>
              <a:gd name="adj" fmla="val 44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3D8F1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a4bf140e524ad1">
            <a:extLst>
              <a:ext uri="{96DAC541-7B7A-43D3-8B79-37D633B846F1}">
                <asvg:svgBlip xmlns:asvg="http://schemas.microsoft.com/office/drawing/2016/SVG/main" r:embed="R45e63b87e27b4fe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23900" y="2095500"/>
            <a:ext cx="2357438" cy="3790950"/>
          </a:xfrm>
          <a:prstGeom xmlns:a="http://schemas.openxmlformats.org/drawingml/2006/main" prst="rect">
            <a:avLst/>
          </a:prstGeom>
        </p:spPr>
      </p:pic>
      <p:sp>
        <p:nvSpPr>
          <p:cNvPr id="8" name="label-3-1">
            <a:extLst xmlns:a="http://schemas.openxmlformats.org/drawingml/2006/main">
              <a:ext uri="{FF2B5EF4-FFF2-40B4-BE49-F238E27FC236}">
                <a16:creationId xmlns:a16="http://schemas.microsoft.com/office/drawing/2014/main" id="{87C33508-736E-49CE-AB3C-FE9A73FA0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972175"/>
            <a:ext cx="2300288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2523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232A"/>
                </a:solidFill>
                <a:latin typeface="Arial"/>
                <a:ea typeface="Arial"/>
                <a:cs typeface="Arial"/>
              </a:rPr>
              <a:t>Woman with Laptop</a:t>
            </a:r>
          </a:p>
        </p:txBody>
      </p:sp>
      <p:sp>
        <p:nvSpPr>
          <p:cNvPr id="9" name="filename-3-1">
            <a:extLst xmlns:a="http://schemas.openxmlformats.org/drawingml/2006/main">
              <a:ext uri="{FF2B5EF4-FFF2-40B4-BE49-F238E27FC236}">
                <a16:creationId xmlns:a16="http://schemas.microsoft.com/office/drawing/2014/main" id="{D90C385B-C6C5-4BFA-B34D-1BD7812C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6229350"/>
            <a:ext cx="230028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13" b="0">
                <a:solidFill>
                  <a:srgbClr val="4C4C4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4C4C4C"/>
                </a:solidFill>
                <a:latin typeface="Arial"/>
                <a:ea typeface="Arial"/>
                <a:cs typeface="Arial"/>
              </a:rPr>
              <a:t>01_woman_with_laptop.svg</a:t>
            </a:r>
          </a:p>
        </p:txBody>
      </p:sp>
      <p:sp>
        <p:nvSpPr>
          <p:cNvPr id="10" name="surface-3-2">
            <a:extLst xmlns:a="http://schemas.openxmlformats.org/drawingml/2006/main">
              <a:ext uri="{FF2B5EF4-FFF2-40B4-BE49-F238E27FC236}">
                <a16:creationId xmlns:a16="http://schemas.microsoft.com/office/drawing/2014/main" id="{BF57C267-F3CE-424B-A0B3-1B4405E3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00250"/>
            <a:ext cx="2586038" cy="4495800"/>
          </a:xfrm>
          <a:prstGeom xmlns:a="http://schemas.openxmlformats.org/drawingml/2006/main" prst="roundRect">
            <a:avLst>
              <a:gd name="adj" fmla="val 44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3D8F1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1fc2a966ec41a1">
            <a:extLst>
              <a:ext uri="{96DAC541-7B7A-43D3-8B79-37D633B846F1}">
                <asvg:svgBlip xmlns:asvg="http://schemas.microsoft.com/office/drawing/2016/SVG/main" r:embed="Rbe78bf59f312499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519488" y="2095500"/>
            <a:ext cx="2357438" cy="3790950"/>
          </a:xfrm>
          <a:prstGeom xmlns:a="http://schemas.openxmlformats.org/drawingml/2006/main" prst="rect">
            <a:avLst/>
          </a:prstGeom>
        </p:spPr>
      </p:pic>
      <p:sp>
        <p:nvSpPr>
          <p:cNvPr id="12" name="label-3-2">
            <a:extLst xmlns:a="http://schemas.openxmlformats.org/drawingml/2006/main">
              <a:ext uri="{FF2B5EF4-FFF2-40B4-BE49-F238E27FC236}">
                <a16:creationId xmlns:a16="http://schemas.microsoft.com/office/drawing/2014/main" id="{3E874816-5474-4908-88C4-16F7214A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063" y="5972175"/>
            <a:ext cx="2300288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2523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232A"/>
                </a:solidFill>
                <a:latin typeface="Arial"/>
                <a:ea typeface="Arial"/>
                <a:cs typeface="Arial"/>
              </a:rPr>
              <a:t>Woman Coding</a:t>
            </a:r>
          </a:p>
        </p:txBody>
      </p:sp>
      <p:sp>
        <p:nvSpPr>
          <p:cNvPr id="13" name="filename-3-2">
            <a:extLst xmlns:a="http://schemas.openxmlformats.org/drawingml/2006/main">
              <a:ext uri="{FF2B5EF4-FFF2-40B4-BE49-F238E27FC236}">
                <a16:creationId xmlns:a16="http://schemas.microsoft.com/office/drawing/2014/main" id="{B75BBC51-5CB8-4501-9EA9-F6CF5B5D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063" y="6229350"/>
            <a:ext cx="230028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13" b="0">
                <a:solidFill>
                  <a:srgbClr val="4C4C4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4C4C4C"/>
                </a:solidFill>
                <a:latin typeface="Arial"/>
                <a:ea typeface="Arial"/>
                <a:cs typeface="Arial"/>
              </a:rPr>
              <a:t>02_woman_coding.svg</a:t>
            </a:r>
          </a:p>
        </p:txBody>
      </p:sp>
      <p:sp>
        <p:nvSpPr>
          <p:cNvPr id="14" name="surface-3-3">
            <a:extLst xmlns:a="http://schemas.openxmlformats.org/drawingml/2006/main">
              <a:ext uri="{FF2B5EF4-FFF2-40B4-BE49-F238E27FC236}">
                <a16:creationId xmlns:a16="http://schemas.microsoft.com/office/drawing/2014/main" id="{99BDD98C-B7E5-4D3C-9F00-A8D6AE46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000250"/>
            <a:ext cx="2586038" cy="4495800"/>
          </a:xfrm>
          <a:prstGeom xmlns:a="http://schemas.openxmlformats.org/drawingml/2006/main" prst="roundRect">
            <a:avLst>
              <a:gd name="adj" fmla="val 44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3D8F1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78ce893e644d95">
            <a:extLst>
              <a:ext uri="{96DAC541-7B7A-43D3-8B79-37D633B846F1}">
                <asvg:svgBlip xmlns:asvg="http://schemas.microsoft.com/office/drawing/2016/SVG/main" r:embed="Ra2a5b943f44d4ae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15075" y="2095500"/>
            <a:ext cx="2357438" cy="3790950"/>
          </a:xfrm>
          <a:prstGeom xmlns:a="http://schemas.openxmlformats.org/drawingml/2006/main" prst="rect">
            <a:avLst/>
          </a:prstGeom>
        </p:spPr>
      </p:pic>
      <p:sp>
        <p:nvSpPr>
          <p:cNvPr id="16" name="label-3-3">
            <a:extLst xmlns:a="http://schemas.openxmlformats.org/drawingml/2006/main">
              <a:ext uri="{FF2B5EF4-FFF2-40B4-BE49-F238E27FC236}">
                <a16:creationId xmlns:a16="http://schemas.microsoft.com/office/drawing/2014/main" id="{441F8617-ABE5-41E9-B888-43862B5BF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972175"/>
            <a:ext cx="2300288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2523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232A"/>
                </a:solidFill>
                <a:latin typeface="Arial"/>
                <a:ea typeface="Arial"/>
                <a:cs typeface="Arial"/>
              </a:rPr>
              <a:t>Mentor Speaker</a:t>
            </a:r>
          </a:p>
        </p:txBody>
      </p:sp>
      <p:sp>
        <p:nvSpPr>
          <p:cNvPr id="17" name="filename-3-3">
            <a:extLst xmlns:a="http://schemas.openxmlformats.org/drawingml/2006/main">
              <a:ext uri="{FF2B5EF4-FFF2-40B4-BE49-F238E27FC236}">
                <a16:creationId xmlns:a16="http://schemas.microsoft.com/office/drawing/2014/main" id="{66B7AE43-0108-47AD-97A3-06524787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6229350"/>
            <a:ext cx="230028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13" b="0">
                <a:solidFill>
                  <a:srgbClr val="4C4C4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4C4C4C"/>
                </a:solidFill>
                <a:latin typeface="Arial"/>
                <a:ea typeface="Arial"/>
                <a:cs typeface="Arial"/>
              </a:rPr>
              <a:t>03_mentor_speaker.svg</a:t>
            </a:r>
          </a:p>
        </p:txBody>
      </p:sp>
      <p:sp>
        <p:nvSpPr>
          <p:cNvPr id="18" name="surface-3-4">
            <a:extLst xmlns:a="http://schemas.openxmlformats.org/drawingml/2006/main">
              <a:ext uri="{FF2B5EF4-FFF2-40B4-BE49-F238E27FC236}">
                <a16:creationId xmlns:a16="http://schemas.microsoft.com/office/drawing/2014/main" id="{3C4C73EF-94FE-4188-A7AC-DD59C74E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6363" y="2000250"/>
            <a:ext cx="2586038" cy="4495800"/>
          </a:xfrm>
          <a:prstGeom xmlns:a="http://schemas.openxmlformats.org/drawingml/2006/main" prst="roundRect">
            <a:avLst>
              <a:gd name="adj" fmla="val 44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3D8F1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a33928f6594eeb">
            <a:extLst>
              <a:ext uri="{96DAC541-7B7A-43D3-8B79-37D633B846F1}">
                <asvg:svgBlip xmlns:asvg="http://schemas.microsoft.com/office/drawing/2016/SVG/main" r:embed="Rc068b798fe9344f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110663" y="2095500"/>
            <a:ext cx="2357438" cy="3790950"/>
          </a:xfrm>
          <a:prstGeom xmlns:a="http://schemas.openxmlformats.org/drawingml/2006/main" prst="rect">
            <a:avLst/>
          </a:prstGeom>
        </p:spPr>
      </p:pic>
      <p:sp>
        <p:nvSpPr>
          <p:cNvPr id="20" name="label-3-4">
            <a:extLst xmlns:a="http://schemas.openxmlformats.org/drawingml/2006/main">
              <a:ext uri="{FF2B5EF4-FFF2-40B4-BE49-F238E27FC236}">
                <a16:creationId xmlns:a16="http://schemas.microsoft.com/office/drawing/2014/main" id="{45BB52B7-BFB6-4657-AC2B-E7CB43980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5972175"/>
            <a:ext cx="2300288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2523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232A"/>
                </a:solidFill>
                <a:latin typeface="Arial"/>
                <a:ea typeface="Arial"/>
                <a:cs typeface="Arial"/>
              </a:rPr>
              <a:t>Product Manager</a:t>
            </a:r>
          </a:p>
        </p:txBody>
      </p:sp>
      <p:sp>
        <p:nvSpPr>
          <p:cNvPr id="21" name="filename-3-4">
            <a:extLst xmlns:a="http://schemas.openxmlformats.org/drawingml/2006/main">
              <a:ext uri="{FF2B5EF4-FFF2-40B4-BE49-F238E27FC236}">
                <a16:creationId xmlns:a16="http://schemas.microsoft.com/office/drawing/2014/main" id="{158316EE-8CCC-44F5-B5D0-1E4CA55B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6229350"/>
            <a:ext cx="230028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13" b="0">
                <a:solidFill>
                  <a:srgbClr val="4C4C4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4C4C4C"/>
                </a:solidFill>
                <a:latin typeface="Arial"/>
                <a:ea typeface="Arial"/>
                <a:cs typeface="Arial"/>
              </a:rPr>
              <a:t>04_product_manager.svg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aee8d0536b492e"/>
          <a:stretch xmlns:a="http://schemas.openxmlformats.org/drawingml/2006/main"/>
        </p:blipFill>
        <p:spPr>
          <a:xfrm xmlns:a="http://schemas.openxmlformats.org/drawingml/2006/main">
            <a:off x="9648825" y="288188"/>
            <a:ext cx="1257300" cy="290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196807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AF8F1"/>
            </a:gs>
            <a:gs pos="100000">
              <a:srgbClr val="E3D8F1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-4">
            <a:extLst xmlns:a="http://schemas.openxmlformats.org/drawingml/2006/main">
              <a:ext uri="{FF2B5EF4-FFF2-40B4-BE49-F238E27FC236}">
                <a16:creationId xmlns:a16="http://schemas.microsoft.com/office/drawing/2014/main" id="{368A1B42-70C9-45EA-BE6B-E913D019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7048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48C8"/>
                </a:solidFill>
                <a:latin typeface="Arial"/>
                <a:ea typeface="Arial"/>
                <a:cs typeface="Arial"/>
              </a:rPr>
              <a:t>CHARACTERS 05—08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D5DBE030-05D6-4C63-8303-D4BC30E2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25232A"/>
                </a:solidFill>
                <a:latin typeface="PingFang SC"/>
                <a:ea typeface="PingFang SC"/>
                <a:cs typeface="PingFang SC"/>
              </a:defRPr>
            </a:pPr>
            <a:r>
              <a:rPr sz="3675" b="1">
                <a:solidFill>
                  <a:srgbClr val="25232A"/>
                </a:solidFill>
                <a:latin typeface="PingFang SC"/>
                <a:ea typeface="PingFang SC"/>
                <a:cs typeface="PingFang SC"/>
              </a:rPr>
              <a:t>学习与协作：让 AI 场景更有人味</a:t>
            </a:r>
          </a:p>
        </p:txBody>
      </p:sp>
      <p:sp>
        <p:nvSpPr>
          <p:cNvPr id="3" name="subtitle-4">
            <a:extLst xmlns:a="http://schemas.openxmlformats.org/drawingml/2006/main">
              <a:ext uri="{FF2B5EF4-FFF2-40B4-BE49-F238E27FC236}">
                <a16:creationId xmlns:a16="http://schemas.microsoft.com/office/drawing/2014/main" id="{688F579A-2429-4C35-81C1-63E03A0E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4C4C4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4C4C4C"/>
                </a:solidFill>
                <a:latin typeface="PingFang SC"/>
                <a:ea typeface="PingFang SC"/>
                <a:cs typeface="PingFang SC"/>
              </a:rPr>
              <a:t>适合工作坊说明、学习路径、协作流程和结对编程。</a:t>
            </a:r>
          </a:p>
        </p:txBody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4041B64C-9C59-4B04-AF23-A18F24E3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381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350" b="1">
                <a:solidFill>
                  <a:srgbClr val="B9BC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9BCE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header-rule-4">
            <a:extLst xmlns:a="http://schemas.openxmlformats.org/drawingml/2006/main">
              <a:ext uri="{FF2B5EF4-FFF2-40B4-BE49-F238E27FC236}">
                <a16:creationId xmlns:a16="http://schemas.microsoft.com/office/drawing/2014/main" id="{CD881A8C-3AF4-434B-AD12-AA496B77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urface-4-1">
            <a:extLst xmlns:a="http://schemas.openxmlformats.org/drawingml/2006/main">
              <a:ext uri="{FF2B5EF4-FFF2-40B4-BE49-F238E27FC236}">
                <a16:creationId xmlns:a16="http://schemas.microsoft.com/office/drawing/2014/main" id="{06345716-879A-44FF-A2B2-20CEB4303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586038" cy="4495800"/>
          </a:xfrm>
          <a:prstGeom xmlns:a="http://schemas.openxmlformats.org/drawingml/2006/main" prst="roundRect">
            <a:avLst>
              <a:gd name="adj" fmla="val 44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3D8F1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c269b58ea04c5d">
            <a:extLst>
              <a:ext uri="{96DAC541-7B7A-43D3-8B79-37D633B846F1}">
                <asvg:svgBlip xmlns:asvg="http://schemas.microsoft.com/office/drawing/2016/SVG/main" r:embed="R06e46c746b4c421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23900" y="2095500"/>
            <a:ext cx="2357438" cy="3790950"/>
          </a:xfrm>
          <a:prstGeom xmlns:a="http://schemas.openxmlformats.org/drawingml/2006/main" prst="rect">
            <a:avLst/>
          </a:prstGeom>
        </p:spPr>
      </p:pic>
      <p:sp>
        <p:nvSpPr>
          <p:cNvPr id="8" name="label-4-1">
            <a:extLst xmlns:a="http://schemas.openxmlformats.org/drawingml/2006/main">
              <a:ext uri="{FF2B5EF4-FFF2-40B4-BE49-F238E27FC236}">
                <a16:creationId xmlns:a16="http://schemas.microsoft.com/office/drawing/2014/main" id="{71BE43CA-6A4A-42BC-A25E-4DEE22FA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972175"/>
            <a:ext cx="2300288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2523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232A"/>
                </a:solidFill>
                <a:latin typeface="Arial"/>
                <a:ea typeface="Arial"/>
                <a:cs typeface="Arial"/>
              </a:rPr>
              <a:t>Designer Wireframe</a:t>
            </a:r>
          </a:p>
        </p:txBody>
      </p:sp>
      <p:sp>
        <p:nvSpPr>
          <p:cNvPr id="9" name="filename-4-1">
            <a:extLst xmlns:a="http://schemas.openxmlformats.org/drawingml/2006/main">
              <a:ext uri="{FF2B5EF4-FFF2-40B4-BE49-F238E27FC236}">
                <a16:creationId xmlns:a16="http://schemas.microsoft.com/office/drawing/2014/main" id="{80F8D9B0-F8E8-4B07-AB8C-39F8ABD7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6229350"/>
            <a:ext cx="230028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13" b="0">
                <a:solidFill>
                  <a:srgbClr val="4C4C4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4C4C4C"/>
                </a:solidFill>
                <a:latin typeface="Arial"/>
                <a:ea typeface="Arial"/>
                <a:cs typeface="Arial"/>
              </a:rPr>
              <a:t>05_designer_wireframe.svg</a:t>
            </a:r>
          </a:p>
        </p:txBody>
      </p:sp>
      <p:sp>
        <p:nvSpPr>
          <p:cNvPr id="10" name="surface-4-2">
            <a:extLst xmlns:a="http://schemas.openxmlformats.org/drawingml/2006/main">
              <a:ext uri="{FF2B5EF4-FFF2-40B4-BE49-F238E27FC236}">
                <a16:creationId xmlns:a16="http://schemas.microsoft.com/office/drawing/2014/main" id="{AE9AFC47-03C1-4FB8-8B6B-F0F705477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00250"/>
            <a:ext cx="2586038" cy="4495800"/>
          </a:xfrm>
          <a:prstGeom xmlns:a="http://schemas.openxmlformats.org/drawingml/2006/main" prst="roundRect">
            <a:avLst>
              <a:gd name="adj" fmla="val 44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3D8F1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408c95c9de4fd2">
            <a:extLst>
              <a:ext uri="{96DAC541-7B7A-43D3-8B79-37D633B846F1}">
                <asvg:svgBlip xmlns:asvg="http://schemas.microsoft.com/office/drawing/2016/SVG/main" r:embed="R0bdd6c58d69248c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519488" y="2095500"/>
            <a:ext cx="2357438" cy="3790950"/>
          </a:xfrm>
          <a:prstGeom xmlns:a="http://schemas.openxmlformats.org/drawingml/2006/main" prst="rect">
            <a:avLst/>
          </a:prstGeom>
        </p:spPr>
      </p:pic>
      <p:sp>
        <p:nvSpPr>
          <p:cNvPr id="12" name="label-4-2">
            <a:extLst xmlns:a="http://schemas.openxmlformats.org/drawingml/2006/main">
              <a:ext uri="{FF2B5EF4-FFF2-40B4-BE49-F238E27FC236}">
                <a16:creationId xmlns:a16="http://schemas.microsoft.com/office/drawing/2014/main" id="{4F23654C-033A-445F-A1FF-88A91D95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063" y="5972175"/>
            <a:ext cx="2300288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2523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232A"/>
                </a:solidFill>
                <a:latin typeface="Arial"/>
                <a:ea typeface="Arial"/>
                <a:cs typeface="Arial"/>
              </a:rPr>
              <a:t>Researcher Data</a:t>
            </a:r>
          </a:p>
        </p:txBody>
      </p:sp>
      <p:sp>
        <p:nvSpPr>
          <p:cNvPr id="13" name="filename-4-2">
            <a:extLst xmlns:a="http://schemas.openxmlformats.org/drawingml/2006/main">
              <a:ext uri="{FF2B5EF4-FFF2-40B4-BE49-F238E27FC236}">
                <a16:creationId xmlns:a16="http://schemas.microsoft.com/office/drawing/2014/main" id="{0F6293F2-6E20-497C-BBAC-F3B1A6FC2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063" y="6229350"/>
            <a:ext cx="230028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13" b="0">
                <a:solidFill>
                  <a:srgbClr val="4C4C4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4C4C4C"/>
                </a:solidFill>
                <a:latin typeface="Arial"/>
                <a:ea typeface="Arial"/>
                <a:cs typeface="Arial"/>
              </a:rPr>
              <a:t>06_researcher_data.svg</a:t>
            </a:r>
          </a:p>
        </p:txBody>
      </p:sp>
      <p:sp>
        <p:nvSpPr>
          <p:cNvPr id="14" name="surface-4-3">
            <a:extLst xmlns:a="http://schemas.openxmlformats.org/drawingml/2006/main">
              <a:ext uri="{FF2B5EF4-FFF2-40B4-BE49-F238E27FC236}">
                <a16:creationId xmlns:a16="http://schemas.microsoft.com/office/drawing/2014/main" id="{0E29285B-CFE6-4F6E-9F73-BCF86F61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000250"/>
            <a:ext cx="2586038" cy="4495800"/>
          </a:xfrm>
          <a:prstGeom xmlns:a="http://schemas.openxmlformats.org/drawingml/2006/main" prst="roundRect">
            <a:avLst>
              <a:gd name="adj" fmla="val 44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3D8F1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32015fd70e4ddc">
            <a:extLst>
              <a:ext uri="{96DAC541-7B7A-43D3-8B79-37D633B846F1}">
                <asvg:svgBlip xmlns:asvg="http://schemas.microsoft.com/office/drawing/2016/SVG/main" r:embed="R26a77bb6582a432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15075" y="2095500"/>
            <a:ext cx="2357438" cy="3790950"/>
          </a:xfrm>
          <a:prstGeom xmlns:a="http://schemas.openxmlformats.org/drawingml/2006/main" prst="rect">
            <a:avLst/>
          </a:prstGeom>
        </p:spPr>
      </p:pic>
      <p:sp>
        <p:nvSpPr>
          <p:cNvPr id="16" name="label-4-3">
            <a:extLst xmlns:a="http://schemas.openxmlformats.org/drawingml/2006/main">
              <a:ext uri="{FF2B5EF4-FFF2-40B4-BE49-F238E27FC236}">
                <a16:creationId xmlns:a16="http://schemas.microsoft.com/office/drawing/2014/main" id="{26BEB178-0F69-4B94-87A8-76490C61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972175"/>
            <a:ext cx="2300288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2523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232A"/>
                </a:solidFill>
                <a:latin typeface="Arial"/>
                <a:ea typeface="Arial"/>
                <a:cs typeface="Arial"/>
              </a:rPr>
              <a:t>Student Learning</a:t>
            </a:r>
          </a:p>
        </p:txBody>
      </p:sp>
      <p:sp>
        <p:nvSpPr>
          <p:cNvPr id="17" name="filename-4-3">
            <a:extLst xmlns:a="http://schemas.openxmlformats.org/drawingml/2006/main">
              <a:ext uri="{FF2B5EF4-FFF2-40B4-BE49-F238E27FC236}">
                <a16:creationId xmlns:a16="http://schemas.microsoft.com/office/drawing/2014/main" id="{5857E7A0-6631-4AAE-8D48-3B18843B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6229350"/>
            <a:ext cx="230028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13" b="0">
                <a:solidFill>
                  <a:srgbClr val="4C4C4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4C4C4C"/>
                </a:solidFill>
                <a:latin typeface="Arial"/>
                <a:ea typeface="Arial"/>
                <a:cs typeface="Arial"/>
              </a:rPr>
              <a:t>07_student_learning.svg</a:t>
            </a:r>
          </a:p>
        </p:txBody>
      </p:sp>
      <p:sp>
        <p:nvSpPr>
          <p:cNvPr id="18" name="surface-4-4">
            <a:extLst xmlns:a="http://schemas.openxmlformats.org/drawingml/2006/main">
              <a:ext uri="{FF2B5EF4-FFF2-40B4-BE49-F238E27FC236}">
                <a16:creationId xmlns:a16="http://schemas.microsoft.com/office/drawing/2014/main" id="{3F5A2226-89F2-408F-8885-66881CE98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6363" y="2000250"/>
            <a:ext cx="2586038" cy="4495800"/>
          </a:xfrm>
          <a:prstGeom xmlns:a="http://schemas.openxmlformats.org/drawingml/2006/main" prst="roundRect">
            <a:avLst>
              <a:gd name="adj" fmla="val 44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3D8F1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61690e2b8c46ad">
            <a:extLst>
              <a:ext uri="{96DAC541-7B7A-43D3-8B79-37D633B846F1}">
                <asvg:svgBlip xmlns:asvg="http://schemas.microsoft.com/office/drawing/2016/SVG/main" r:embed="R6807264a28d140a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110663" y="2095500"/>
            <a:ext cx="2357438" cy="3790950"/>
          </a:xfrm>
          <a:prstGeom xmlns:a="http://schemas.openxmlformats.org/drawingml/2006/main" prst="rect">
            <a:avLst/>
          </a:prstGeom>
        </p:spPr>
      </p:pic>
      <p:sp>
        <p:nvSpPr>
          <p:cNvPr id="20" name="label-4-4">
            <a:extLst xmlns:a="http://schemas.openxmlformats.org/drawingml/2006/main">
              <a:ext uri="{FF2B5EF4-FFF2-40B4-BE49-F238E27FC236}">
                <a16:creationId xmlns:a16="http://schemas.microsoft.com/office/drawing/2014/main" id="{1AD91FBA-D402-4BBF-833D-C73C27E7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5972175"/>
            <a:ext cx="2300288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2523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232A"/>
                </a:solidFill>
                <a:latin typeface="Arial"/>
                <a:ea typeface="Arial"/>
                <a:cs typeface="Arial"/>
              </a:rPr>
              <a:t>Pair Programming</a:t>
            </a:r>
          </a:p>
        </p:txBody>
      </p:sp>
      <p:sp>
        <p:nvSpPr>
          <p:cNvPr id="21" name="filename-4-4">
            <a:extLst xmlns:a="http://schemas.openxmlformats.org/drawingml/2006/main">
              <a:ext uri="{FF2B5EF4-FFF2-40B4-BE49-F238E27FC236}">
                <a16:creationId xmlns:a16="http://schemas.microsoft.com/office/drawing/2014/main" id="{339E1AE1-AA95-4D36-ABF1-32063779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6229350"/>
            <a:ext cx="230028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13" b="0">
                <a:solidFill>
                  <a:srgbClr val="4C4C4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4C4C4C"/>
                </a:solidFill>
                <a:latin typeface="Arial"/>
                <a:ea typeface="Arial"/>
                <a:cs typeface="Arial"/>
              </a:rPr>
              <a:t>08_pair_programming.svg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e4ae6439a64c15"/>
          <a:stretch xmlns:a="http://schemas.openxmlformats.org/drawingml/2006/main"/>
        </p:blipFill>
        <p:spPr>
          <a:xfrm xmlns:a="http://schemas.openxmlformats.org/drawingml/2006/main">
            <a:off x="9648825" y="288188"/>
            <a:ext cx="1257300" cy="290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54513"/>
      </p:ext>
    </p:extLst>
  </p:cSld>
</p:sld>
</file>

<file path=ppt/slides/slide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8EEF0"/>
            </a:gs>
            <a:gs pos="65000">
              <a:srgbClr val="FAF8F1"/>
            </a:gs>
            <a:gs pos="100000">
              <a:srgbClr val="E3D8F1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-5">
            <a:extLst xmlns:a="http://schemas.openxmlformats.org/drawingml/2006/main">
              <a:ext uri="{FF2B5EF4-FFF2-40B4-BE49-F238E27FC236}">
                <a16:creationId xmlns:a16="http://schemas.microsoft.com/office/drawing/2014/main" id="{3D6E613F-39E9-4895-9208-58FC5F4A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7048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48C8"/>
                </a:solidFill>
                <a:latin typeface="Arial"/>
                <a:ea typeface="Arial"/>
                <a:cs typeface="Arial"/>
              </a:rPr>
              <a:t>CHARACTERS 09—12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8A61A520-5BFD-4C90-B3B8-C6F8D7D61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25232A"/>
                </a:solidFill>
                <a:latin typeface="PingFang SC"/>
                <a:ea typeface="PingFang SC"/>
                <a:cs typeface="PingFang SC"/>
              </a:defRPr>
            </a:pPr>
            <a:r>
              <a:rPr sz="3675" b="1">
                <a:solidFill>
                  <a:srgbClr val="25232A"/>
                </a:solidFill>
                <a:latin typeface="PingFang SC"/>
                <a:ea typeface="PingFang SC"/>
                <a:cs typeface="PingFang SC"/>
              </a:rPr>
              <a:t>社群场景：讨论、共创、展示与连接</a:t>
            </a:r>
          </a:p>
        </p:txBody>
      </p:sp>
      <p:sp>
        <p:nvSpPr>
          <p:cNvPr id="3" name="subtitle-5">
            <a:extLst xmlns:a="http://schemas.openxmlformats.org/drawingml/2006/main">
              <a:ext uri="{FF2B5EF4-FFF2-40B4-BE49-F238E27FC236}">
                <a16:creationId xmlns:a16="http://schemas.microsoft.com/office/drawing/2014/main" id="{A27FC587-0DCD-4C95-93E3-0E43E6F84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4C4C4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4C4C4C"/>
                </a:solidFill>
                <a:latin typeface="PingFang SC"/>
                <a:ea typeface="PingFang SC"/>
                <a:cs typeface="PingFang SC"/>
              </a:rPr>
              <a:t>适合圆桌、Demo Day、白板共创和 Networking 活动。</a:t>
            </a:r>
          </a:p>
        </p:txBody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D220E788-C828-46EF-87B5-411B30A10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381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350" b="1">
                <a:solidFill>
                  <a:srgbClr val="B9BC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9BCE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header-rule-5">
            <a:extLst xmlns:a="http://schemas.openxmlformats.org/drawingml/2006/main">
              <a:ext uri="{FF2B5EF4-FFF2-40B4-BE49-F238E27FC236}">
                <a16:creationId xmlns:a16="http://schemas.microsoft.com/office/drawing/2014/main" id="{6879E946-4610-40F1-AB0F-89318DDB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urface-5-1">
            <a:extLst xmlns:a="http://schemas.openxmlformats.org/drawingml/2006/main">
              <a:ext uri="{FF2B5EF4-FFF2-40B4-BE49-F238E27FC236}">
                <a16:creationId xmlns:a16="http://schemas.microsoft.com/office/drawing/2014/main" id="{AE7A7971-81B5-4B63-B16C-ABB6CC0E5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586038" cy="4495800"/>
          </a:xfrm>
          <a:prstGeom xmlns:a="http://schemas.openxmlformats.org/drawingml/2006/main" prst="roundRect">
            <a:avLst>
              <a:gd name="adj" fmla="val 44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3D8F1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f7551d04914b55">
            <a:extLst>
              <a:ext uri="{96DAC541-7B7A-43D3-8B79-37D633B846F1}">
                <asvg:svgBlip xmlns:asvg="http://schemas.microsoft.com/office/drawing/2016/SVG/main" r:embed="Re909bd1f3bb94ed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23900" y="2095500"/>
            <a:ext cx="2357438" cy="3790950"/>
          </a:xfrm>
          <a:prstGeom xmlns:a="http://schemas.openxmlformats.org/drawingml/2006/main" prst="rect">
            <a:avLst/>
          </a:prstGeom>
        </p:spPr>
      </p:pic>
      <p:sp>
        <p:nvSpPr>
          <p:cNvPr id="8" name="label-5-1">
            <a:extLst xmlns:a="http://schemas.openxmlformats.org/drawingml/2006/main">
              <a:ext uri="{FF2B5EF4-FFF2-40B4-BE49-F238E27FC236}">
                <a16:creationId xmlns:a16="http://schemas.microsoft.com/office/drawing/2014/main" id="{9F968F8B-39D2-4754-972A-7B962C9F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972175"/>
            <a:ext cx="2300288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2523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232A"/>
                </a:solidFill>
                <a:latin typeface="Arial"/>
                <a:ea typeface="Arial"/>
                <a:cs typeface="Arial"/>
              </a:rPr>
              <a:t>Team Discussion</a:t>
            </a:r>
          </a:p>
        </p:txBody>
      </p:sp>
      <p:sp>
        <p:nvSpPr>
          <p:cNvPr id="9" name="filename-5-1">
            <a:extLst xmlns:a="http://schemas.openxmlformats.org/drawingml/2006/main">
              <a:ext uri="{FF2B5EF4-FFF2-40B4-BE49-F238E27FC236}">
                <a16:creationId xmlns:a16="http://schemas.microsoft.com/office/drawing/2014/main" id="{BA32AC65-EE74-4029-AC00-D1E60D451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6229350"/>
            <a:ext cx="230028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13" b="0">
                <a:solidFill>
                  <a:srgbClr val="4C4C4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4C4C4C"/>
                </a:solidFill>
                <a:latin typeface="Arial"/>
                <a:ea typeface="Arial"/>
                <a:cs typeface="Arial"/>
              </a:rPr>
              <a:t>09_team_discussion.svg</a:t>
            </a:r>
          </a:p>
        </p:txBody>
      </p:sp>
      <p:sp>
        <p:nvSpPr>
          <p:cNvPr id="10" name="surface-5-2">
            <a:extLst xmlns:a="http://schemas.openxmlformats.org/drawingml/2006/main">
              <a:ext uri="{FF2B5EF4-FFF2-40B4-BE49-F238E27FC236}">
                <a16:creationId xmlns:a16="http://schemas.microsoft.com/office/drawing/2014/main" id="{89A83E61-785E-472F-AE9D-4D05D820F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00250"/>
            <a:ext cx="2586038" cy="4495800"/>
          </a:xfrm>
          <a:prstGeom xmlns:a="http://schemas.openxmlformats.org/drawingml/2006/main" prst="roundRect">
            <a:avLst>
              <a:gd name="adj" fmla="val 44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3D8F1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e2448e2a414de8">
            <a:extLst>
              <a:ext uri="{96DAC541-7B7A-43D3-8B79-37D633B846F1}">
                <asvg:svgBlip xmlns:asvg="http://schemas.microsoft.com/office/drawing/2016/SVG/main" r:embed="Rfc3671c30ae4413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519488" y="2095500"/>
            <a:ext cx="2357438" cy="3790950"/>
          </a:xfrm>
          <a:prstGeom xmlns:a="http://schemas.openxmlformats.org/drawingml/2006/main" prst="rect">
            <a:avLst/>
          </a:prstGeom>
        </p:spPr>
      </p:pic>
      <p:sp>
        <p:nvSpPr>
          <p:cNvPr id="12" name="label-5-2">
            <a:extLst xmlns:a="http://schemas.openxmlformats.org/drawingml/2006/main">
              <a:ext uri="{FF2B5EF4-FFF2-40B4-BE49-F238E27FC236}">
                <a16:creationId xmlns:a16="http://schemas.microsoft.com/office/drawing/2014/main" id="{893C8BC9-FEE9-4FC2-9873-14AFF6623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063" y="5972175"/>
            <a:ext cx="2300288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2523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232A"/>
                </a:solidFill>
                <a:latin typeface="Arial"/>
                <a:ea typeface="Arial"/>
                <a:cs typeface="Arial"/>
              </a:rPr>
              <a:t>Whiteboard Brainstorm</a:t>
            </a:r>
          </a:p>
        </p:txBody>
      </p:sp>
      <p:sp>
        <p:nvSpPr>
          <p:cNvPr id="13" name="filename-5-2">
            <a:extLst xmlns:a="http://schemas.openxmlformats.org/drawingml/2006/main">
              <a:ext uri="{FF2B5EF4-FFF2-40B4-BE49-F238E27FC236}">
                <a16:creationId xmlns:a16="http://schemas.microsoft.com/office/drawing/2014/main" id="{6CEC52F3-C1D2-4CF3-BA68-F101C4B51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063" y="6229350"/>
            <a:ext cx="230028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13" b="0">
                <a:solidFill>
                  <a:srgbClr val="4C4C4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4C4C4C"/>
                </a:solidFill>
                <a:latin typeface="Arial"/>
                <a:ea typeface="Arial"/>
                <a:cs typeface="Arial"/>
              </a:rPr>
              <a:t>10_whiteboard_brainstorm.svg</a:t>
            </a:r>
          </a:p>
        </p:txBody>
      </p:sp>
      <p:sp>
        <p:nvSpPr>
          <p:cNvPr id="14" name="surface-5-3">
            <a:extLst xmlns:a="http://schemas.openxmlformats.org/drawingml/2006/main">
              <a:ext uri="{FF2B5EF4-FFF2-40B4-BE49-F238E27FC236}">
                <a16:creationId xmlns:a16="http://schemas.microsoft.com/office/drawing/2014/main" id="{48C9334E-B483-4172-BC50-2D3204F7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000250"/>
            <a:ext cx="2586038" cy="4495800"/>
          </a:xfrm>
          <a:prstGeom xmlns:a="http://schemas.openxmlformats.org/drawingml/2006/main" prst="roundRect">
            <a:avLst>
              <a:gd name="adj" fmla="val 44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3D8F1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7420e6589847b6">
            <a:extLst>
              <a:ext uri="{96DAC541-7B7A-43D3-8B79-37D633B846F1}">
                <asvg:svgBlip xmlns:asvg="http://schemas.microsoft.com/office/drawing/2016/SVG/main" r:embed="R395f30eb4bc44ed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15075" y="2095500"/>
            <a:ext cx="2357438" cy="3790950"/>
          </a:xfrm>
          <a:prstGeom xmlns:a="http://schemas.openxmlformats.org/drawingml/2006/main" prst="rect">
            <a:avLst/>
          </a:prstGeom>
        </p:spPr>
      </p:pic>
      <p:sp>
        <p:nvSpPr>
          <p:cNvPr id="16" name="label-5-3">
            <a:extLst xmlns:a="http://schemas.openxmlformats.org/drawingml/2006/main">
              <a:ext uri="{FF2B5EF4-FFF2-40B4-BE49-F238E27FC236}">
                <a16:creationId xmlns:a16="http://schemas.microsoft.com/office/drawing/2014/main" id="{673C829E-45E1-4EE3-B2DF-F504AA6C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972175"/>
            <a:ext cx="2300288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2523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232A"/>
                </a:solidFill>
                <a:latin typeface="Arial"/>
                <a:ea typeface="Arial"/>
                <a:cs typeface="Arial"/>
              </a:rPr>
              <a:t>Demo Presentation</a:t>
            </a:r>
          </a:p>
        </p:txBody>
      </p:sp>
      <p:sp>
        <p:nvSpPr>
          <p:cNvPr id="17" name="filename-5-3">
            <a:extLst xmlns:a="http://schemas.openxmlformats.org/drawingml/2006/main">
              <a:ext uri="{FF2B5EF4-FFF2-40B4-BE49-F238E27FC236}">
                <a16:creationId xmlns:a16="http://schemas.microsoft.com/office/drawing/2014/main" id="{EEB633D0-4368-4C7B-B8B4-FB3D045CB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6229350"/>
            <a:ext cx="230028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13" b="0">
                <a:solidFill>
                  <a:srgbClr val="4C4C4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4C4C4C"/>
                </a:solidFill>
                <a:latin typeface="Arial"/>
                <a:ea typeface="Arial"/>
                <a:cs typeface="Arial"/>
              </a:rPr>
              <a:t>11_demo_presentation.svg</a:t>
            </a:r>
          </a:p>
        </p:txBody>
      </p:sp>
      <p:sp>
        <p:nvSpPr>
          <p:cNvPr id="18" name="surface-5-4">
            <a:extLst xmlns:a="http://schemas.openxmlformats.org/drawingml/2006/main">
              <a:ext uri="{FF2B5EF4-FFF2-40B4-BE49-F238E27FC236}">
                <a16:creationId xmlns:a16="http://schemas.microsoft.com/office/drawing/2014/main" id="{2C7515D3-7439-4305-ABF8-D53C9A7B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6363" y="2000250"/>
            <a:ext cx="2586038" cy="4495800"/>
          </a:xfrm>
          <a:prstGeom xmlns:a="http://schemas.openxmlformats.org/drawingml/2006/main" prst="roundRect">
            <a:avLst>
              <a:gd name="adj" fmla="val 44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3D8F1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92bd20cd8647dd">
            <a:extLst>
              <a:ext uri="{96DAC541-7B7A-43D3-8B79-37D633B846F1}">
                <asvg:svgBlip xmlns:asvg="http://schemas.microsoft.com/office/drawing/2016/SVG/main" r:embed="R947402efcb24404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110663" y="2095500"/>
            <a:ext cx="2357438" cy="3790950"/>
          </a:xfrm>
          <a:prstGeom xmlns:a="http://schemas.openxmlformats.org/drawingml/2006/main" prst="rect">
            <a:avLst/>
          </a:prstGeom>
        </p:spPr>
      </p:pic>
      <p:sp>
        <p:nvSpPr>
          <p:cNvPr id="20" name="label-5-4">
            <a:extLst xmlns:a="http://schemas.openxmlformats.org/drawingml/2006/main">
              <a:ext uri="{FF2B5EF4-FFF2-40B4-BE49-F238E27FC236}">
                <a16:creationId xmlns:a16="http://schemas.microsoft.com/office/drawing/2014/main" id="{0C1C1747-B63B-486B-9A35-6FAEB2A5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5972175"/>
            <a:ext cx="2300288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2523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232A"/>
                </a:solidFill>
                <a:latin typeface="Arial"/>
                <a:ea typeface="Arial"/>
                <a:cs typeface="Arial"/>
              </a:rPr>
              <a:t>Networking Coffee Chat</a:t>
            </a:r>
          </a:p>
        </p:txBody>
      </p:sp>
      <p:sp>
        <p:nvSpPr>
          <p:cNvPr id="21" name="filename-5-4">
            <a:extLst xmlns:a="http://schemas.openxmlformats.org/drawingml/2006/main">
              <a:ext uri="{FF2B5EF4-FFF2-40B4-BE49-F238E27FC236}">
                <a16:creationId xmlns:a16="http://schemas.microsoft.com/office/drawing/2014/main" id="{088A99E6-3EC3-4317-96A2-36DF958FA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6229350"/>
            <a:ext cx="230028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13" b="0">
                <a:solidFill>
                  <a:srgbClr val="4C4C4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4C4C4C"/>
                </a:solidFill>
                <a:latin typeface="Arial"/>
                <a:ea typeface="Arial"/>
                <a:cs typeface="Arial"/>
              </a:rPr>
              <a:t>12_networking_coffee_chat.svg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a2a25bd9ca4761"/>
          <a:stretch xmlns:a="http://schemas.openxmlformats.org/drawingml/2006/main"/>
        </p:blipFill>
        <p:spPr>
          <a:xfrm xmlns:a="http://schemas.openxmlformats.org/drawingml/2006/main">
            <a:off x="9648825" y="288188"/>
            <a:ext cx="1257300" cy="290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572421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E3D8F1"/>
            </a:gs>
            <a:gs pos="62000">
              <a:srgbClr val="FAF8F1"/>
            </a:gs>
            <a:gs pos="100000">
              <a:srgbClr val="F8EEF0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section-6">
            <a:extLst xmlns:a="http://schemas.openxmlformats.org/drawingml/2006/main">
              <a:ext uri="{FF2B5EF4-FFF2-40B4-BE49-F238E27FC236}">
                <a16:creationId xmlns:a16="http://schemas.microsoft.com/office/drawing/2014/main" id="{18BD252A-C1AE-4518-BA2A-A24059F7A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7048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48C8"/>
                </a:solidFill>
                <a:latin typeface="Arial"/>
                <a:ea typeface="Arial"/>
                <a:cs typeface="Arial"/>
              </a:rPr>
              <a:t>ICONS 01—08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01D6A90A-863F-4106-82D1-7843AF342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25232A"/>
                </a:solidFill>
                <a:latin typeface="PingFang SC"/>
                <a:ea typeface="PingFang SC"/>
                <a:cs typeface="PingFang SC"/>
              </a:defRPr>
            </a:pPr>
            <a:r>
              <a:rPr sz="3675" b="1">
                <a:solidFill>
                  <a:srgbClr val="25232A"/>
                </a:solidFill>
                <a:latin typeface="PingFang SC"/>
                <a:ea typeface="PingFang SC"/>
                <a:cs typeface="PingFang SC"/>
              </a:rPr>
              <a:t>核心工具图标：AI、代码与信息检索</a:t>
            </a:r>
          </a:p>
        </p:txBody>
      </p:sp>
      <p:sp>
        <p:nvSpPr>
          <p:cNvPr id="3" name="subtitle-6">
            <a:extLst xmlns:a="http://schemas.openxmlformats.org/drawingml/2006/main">
              <a:ext uri="{FF2B5EF4-FFF2-40B4-BE49-F238E27FC236}">
                <a16:creationId xmlns:a16="http://schemas.microsoft.com/office/drawing/2014/main" id="{B6D09F4D-6234-419A-ABF9-E454DE9C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4C4C4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4C4C4C"/>
                </a:solidFill>
                <a:latin typeface="PingFang SC"/>
                <a:ea typeface="PingFang SC"/>
                <a:cs typeface="PingFang SC"/>
              </a:rPr>
              <a:t>统一 64 × 64 画布和 2.5 px 圆角描边，可用于标题、流程与提示。</a:t>
            </a:r>
          </a:p>
        </p:txBody>
      </p: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26102C50-BB2D-4C91-ADBB-4C224E85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381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350" b="1">
                <a:solidFill>
                  <a:srgbClr val="B9BC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9BCE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header-rule-6">
            <a:extLst xmlns:a="http://schemas.openxmlformats.org/drawingml/2006/main">
              <a:ext uri="{FF2B5EF4-FFF2-40B4-BE49-F238E27FC236}">
                <a16:creationId xmlns:a16="http://schemas.microsoft.com/office/drawing/2014/main" id="{9DD3BF8B-D24E-491E-B784-67E18FAD5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urface-6-1">
            <a:extLst xmlns:a="http://schemas.openxmlformats.org/drawingml/2006/main">
              <a:ext uri="{FF2B5EF4-FFF2-40B4-BE49-F238E27FC236}">
                <a16:creationId xmlns:a16="http://schemas.microsoft.com/office/drawing/2014/main" id="{B1736049-D1F5-4AEC-A834-61A3B5A90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2586038" cy="2185988"/>
          </a:xfrm>
          <a:prstGeom xmlns:a="http://schemas.openxmlformats.org/drawingml/2006/main" prst="roundRect">
            <a:avLst>
              <a:gd name="adj" fmla="val 5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3D8F1"/>
            </a:solidFill>
            <a:prstDash val="solid"/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658a0b38874b3f">
            <a:extLst>
              <a:ext uri="{96DAC541-7B7A-43D3-8B79-37D633B846F1}">
                <asvg:svgBlip xmlns:asvg="http://schemas.microsoft.com/office/drawing/2016/SVG/main" r:embed="R052ba8be555946e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23900" y="2047875"/>
            <a:ext cx="2357438" cy="1481138"/>
          </a:xfrm>
          <a:prstGeom xmlns:a="http://schemas.openxmlformats.org/drawingml/2006/main" prst="rect">
            <a:avLst/>
          </a:prstGeom>
        </p:spPr>
      </p:pic>
      <p:sp>
        <p:nvSpPr>
          <p:cNvPr id="8" name="label-6-1">
            <a:extLst xmlns:a="http://schemas.openxmlformats.org/drawingml/2006/main">
              <a:ext uri="{FF2B5EF4-FFF2-40B4-BE49-F238E27FC236}">
                <a16:creationId xmlns:a16="http://schemas.microsoft.com/office/drawing/2014/main" id="{E39BF1AA-F1B9-4EF8-9152-26A25252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614738"/>
            <a:ext cx="2300288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2523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232A"/>
                </a:solidFill>
                <a:latin typeface="Arial"/>
                <a:ea typeface="Arial"/>
                <a:cs typeface="Arial"/>
              </a:rPr>
              <a:t>AI Spark</a:t>
            </a:r>
          </a:p>
        </p:txBody>
      </p:sp>
      <p:sp>
        <p:nvSpPr>
          <p:cNvPr id="9" name="filename-6-1">
            <a:extLst xmlns:a="http://schemas.openxmlformats.org/drawingml/2006/main">
              <a:ext uri="{FF2B5EF4-FFF2-40B4-BE49-F238E27FC236}">
                <a16:creationId xmlns:a16="http://schemas.microsoft.com/office/drawing/2014/main" id="{A60A1E8A-F1C7-4521-81A7-212FE957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871913"/>
            <a:ext cx="230028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13" b="0">
                <a:solidFill>
                  <a:srgbClr val="4C4C4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4C4C4C"/>
                </a:solidFill>
                <a:latin typeface="Arial"/>
                <a:ea typeface="Arial"/>
                <a:cs typeface="Arial"/>
              </a:rPr>
              <a:t>01_ai_spark.svg</a:t>
            </a:r>
          </a:p>
        </p:txBody>
      </p:sp>
      <p:sp>
        <p:nvSpPr>
          <p:cNvPr id="10" name="surface-6-2">
            <a:extLst xmlns:a="http://schemas.openxmlformats.org/drawingml/2006/main">
              <a:ext uri="{FF2B5EF4-FFF2-40B4-BE49-F238E27FC236}">
                <a16:creationId xmlns:a16="http://schemas.microsoft.com/office/drawing/2014/main" id="{4562D33F-FFBA-46B8-B7DF-347C407E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1952625"/>
            <a:ext cx="2586038" cy="2185988"/>
          </a:xfrm>
          <a:prstGeom xmlns:a="http://schemas.openxmlformats.org/drawingml/2006/main" prst="roundRect">
            <a:avLst>
              <a:gd name="adj" fmla="val 5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3D8F1"/>
            </a:solidFill>
            <a:prstDash val="solid"/>
          </a:ln>
        </p:spPr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6285be9a7c4a85">
            <a:extLst>
              <a:ext uri="{96DAC541-7B7A-43D3-8B79-37D633B846F1}">
                <asvg:svgBlip xmlns:asvg="http://schemas.microsoft.com/office/drawing/2016/SVG/main" r:embed="Rba4c689ac92e434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519488" y="2047875"/>
            <a:ext cx="2357438" cy="1481138"/>
          </a:xfrm>
          <a:prstGeom xmlns:a="http://schemas.openxmlformats.org/drawingml/2006/main" prst="rect">
            <a:avLst/>
          </a:prstGeom>
        </p:spPr>
      </p:pic>
      <p:sp>
        <p:nvSpPr>
          <p:cNvPr id="12" name="label-6-2">
            <a:extLst xmlns:a="http://schemas.openxmlformats.org/drawingml/2006/main">
              <a:ext uri="{FF2B5EF4-FFF2-40B4-BE49-F238E27FC236}">
                <a16:creationId xmlns:a16="http://schemas.microsoft.com/office/drawing/2014/main" id="{1D18C39F-A4CF-46FB-A890-915C53299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063" y="3614738"/>
            <a:ext cx="2300288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2523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232A"/>
                </a:solidFill>
                <a:latin typeface="Arial"/>
                <a:ea typeface="Arial"/>
                <a:cs typeface="Arial"/>
              </a:rPr>
              <a:t>Brain Circuit</a:t>
            </a:r>
          </a:p>
        </p:txBody>
      </p:sp>
      <p:sp>
        <p:nvSpPr>
          <p:cNvPr id="13" name="filename-6-2">
            <a:extLst xmlns:a="http://schemas.openxmlformats.org/drawingml/2006/main">
              <a:ext uri="{FF2B5EF4-FFF2-40B4-BE49-F238E27FC236}">
                <a16:creationId xmlns:a16="http://schemas.microsoft.com/office/drawing/2014/main" id="{CA7B7037-C3B7-4E6A-BF5B-8D094969B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063" y="3871913"/>
            <a:ext cx="230028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13" b="0">
                <a:solidFill>
                  <a:srgbClr val="4C4C4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4C4C4C"/>
                </a:solidFill>
                <a:latin typeface="Arial"/>
                <a:ea typeface="Arial"/>
                <a:cs typeface="Arial"/>
              </a:rPr>
              <a:t>02_brain_circuit.svg</a:t>
            </a:r>
          </a:p>
        </p:txBody>
      </p:sp>
      <p:sp>
        <p:nvSpPr>
          <p:cNvPr id="14" name="surface-6-3">
            <a:extLst xmlns:a="http://schemas.openxmlformats.org/drawingml/2006/main">
              <a:ext uri="{FF2B5EF4-FFF2-40B4-BE49-F238E27FC236}">
                <a16:creationId xmlns:a16="http://schemas.microsoft.com/office/drawing/2014/main" id="{E44EBC14-DF83-4F21-817C-8EC5219F1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952625"/>
            <a:ext cx="2586038" cy="2185988"/>
          </a:xfrm>
          <a:prstGeom xmlns:a="http://schemas.openxmlformats.org/drawingml/2006/main" prst="roundRect">
            <a:avLst>
              <a:gd name="adj" fmla="val 5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3D8F1"/>
            </a:solidFill>
            <a:prstDash val="solid"/>
          </a:ln>
        </p:spPr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b7ef69ad264a45">
            <a:extLst>
              <a:ext uri="{96DAC541-7B7A-43D3-8B79-37D633B846F1}">
                <asvg:svgBlip xmlns:asvg="http://schemas.microsoft.com/office/drawing/2016/SVG/main" r:embed="R37fecb04281b4ac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15075" y="2047875"/>
            <a:ext cx="2357438" cy="1481138"/>
          </a:xfrm>
          <a:prstGeom xmlns:a="http://schemas.openxmlformats.org/drawingml/2006/main" prst="rect">
            <a:avLst/>
          </a:prstGeom>
        </p:spPr>
      </p:pic>
      <p:sp>
        <p:nvSpPr>
          <p:cNvPr id="16" name="label-6-3">
            <a:extLst xmlns:a="http://schemas.openxmlformats.org/drawingml/2006/main">
              <a:ext uri="{FF2B5EF4-FFF2-40B4-BE49-F238E27FC236}">
                <a16:creationId xmlns:a16="http://schemas.microsoft.com/office/drawing/2014/main" id="{9974B786-ADAC-4CFE-9D36-ADC38DAF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14738"/>
            <a:ext cx="2300288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2523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232A"/>
                </a:solidFill>
                <a:latin typeface="Arial"/>
                <a:ea typeface="Arial"/>
                <a:cs typeface="Arial"/>
              </a:rPr>
              <a:t>Prompt Chat</a:t>
            </a:r>
          </a:p>
        </p:txBody>
      </p:sp>
      <p:sp>
        <p:nvSpPr>
          <p:cNvPr id="17" name="filename-6-3">
            <a:extLst xmlns:a="http://schemas.openxmlformats.org/drawingml/2006/main">
              <a:ext uri="{FF2B5EF4-FFF2-40B4-BE49-F238E27FC236}">
                <a16:creationId xmlns:a16="http://schemas.microsoft.com/office/drawing/2014/main" id="{D748FAE3-0F78-4A41-BE66-20BC5230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71913"/>
            <a:ext cx="230028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13" b="0">
                <a:solidFill>
                  <a:srgbClr val="4C4C4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4C4C4C"/>
                </a:solidFill>
                <a:latin typeface="Arial"/>
                <a:ea typeface="Arial"/>
                <a:cs typeface="Arial"/>
              </a:rPr>
              <a:t>03_prompt_chat.svg</a:t>
            </a:r>
          </a:p>
        </p:txBody>
      </p:sp>
      <p:sp>
        <p:nvSpPr>
          <p:cNvPr id="18" name="surface-6-4">
            <a:extLst xmlns:a="http://schemas.openxmlformats.org/drawingml/2006/main">
              <a:ext uri="{FF2B5EF4-FFF2-40B4-BE49-F238E27FC236}">
                <a16:creationId xmlns:a16="http://schemas.microsoft.com/office/drawing/2014/main" id="{98AC0059-2109-426F-ABC7-0A4C9F47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6363" y="1952625"/>
            <a:ext cx="2586038" cy="2185988"/>
          </a:xfrm>
          <a:prstGeom xmlns:a="http://schemas.openxmlformats.org/drawingml/2006/main" prst="roundRect">
            <a:avLst>
              <a:gd name="adj" fmla="val 5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3D8F1"/>
            </a:solidFill>
            <a:prstDash val="solid"/>
          </a:ln>
        </p:spPr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33abd028c940ad">
            <a:extLst>
              <a:ext uri="{96DAC541-7B7A-43D3-8B79-37D633B846F1}">
                <asvg:svgBlip xmlns:asvg="http://schemas.microsoft.com/office/drawing/2016/SVG/main" r:embed="R66d28313787945d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110663" y="2047875"/>
            <a:ext cx="2357438" cy="1481138"/>
          </a:xfrm>
          <a:prstGeom xmlns:a="http://schemas.openxmlformats.org/drawingml/2006/main" prst="rect">
            <a:avLst/>
          </a:prstGeom>
        </p:spPr>
      </p:pic>
      <p:sp>
        <p:nvSpPr>
          <p:cNvPr id="20" name="label-6-4">
            <a:extLst xmlns:a="http://schemas.openxmlformats.org/drawingml/2006/main">
              <a:ext uri="{FF2B5EF4-FFF2-40B4-BE49-F238E27FC236}">
                <a16:creationId xmlns:a16="http://schemas.microsoft.com/office/drawing/2014/main" id="{AE40F963-A69C-4567-ACA0-5A95A3ECD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3614738"/>
            <a:ext cx="2300288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2523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232A"/>
                </a:solidFill>
                <a:latin typeface="Arial"/>
                <a:ea typeface="Arial"/>
                <a:cs typeface="Arial"/>
              </a:rPr>
              <a:t>Code Window</a:t>
            </a:r>
          </a:p>
        </p:txBody>
      </p:sp>
      <p:sp>
        <p:nvSpPr>
          <p:cNvPr id="21" name="filename-6-4">
            <a:extLst xmlns:a="http://schemas.openxmlformats.org/drawingml/2006/main">
              <a:ext uri="{FF2B5EF4-FFF2-40B4-BE49-F238E27FC236}">
                <a16:creationId xmlns:a16="http://schemas.microsoft.com/office/drawing/2014/main" id="{FED913C2-6729-472D-9EB9-D991AC67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3871913"/>
            <a:ext cx="230028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13" b="0">
                <a:solidFill>
                  <a:srgbClr val="4C4C4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4C4C4C"/>
                </a:solidFill>
                <a:latin typeface="Arial"/>
                <a:ea typeface="Arial"/>
                <a:cs typeface="Arial"/>
              </a:rPr>
              <a:t>04_code_window.svg</a:t>
            </a:r>
          </a:p>
        </p:txBody>
      </p:sp>
      <p:sp>
        <p:nvSpPr>
          <p:cNvPr id="22" name="surface-6-5">
            <a:extLst xmlns:a="http://schemas.openxmlformats.org/drawingml/2006/main">
              <a:ext uri="{FF2B5EF4-FFF2-40B4-BE49-F238E27FC236}">
                <a16:creationId xmlns:a16="http://schemas.microsoft.com/office/drawing/2014/main" id="{590376FC-A7A3-46C1-A930-13FE08B3B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10063"/>
            <a:ext cx="2586038" cy="2185988"/>
          </a:xfrm>
          <a:prstGeom xmlns:a="http://schemas.openxmlformats.org/drawingml/2006/main" prst="roundRect">
            <a:avLst>
              <a:gd name="adj" fmla="val 5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3D8F1"/>
            </a:solidFill>
            <a:prstDash val="solid"/>
          </a:ln>
        </p:spPr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7268c30859477c">
            <a:extLst>
              <a:ext uri="{96DAC541-7B7A-43D3-8B79-37D633B846F1}">
                <asvg:svgBlip xmlns:asvg="http://schemas.microsoft.com/office/drawing/2016/SVG/main" r:embed="R4ea3b6faf70d454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23900" y="4405313"/>
            <a:ext cx="2357438" cy="1481138"/>
          </a:xfrm>
          <a:prstGeom xmlns:a="http://schemas.openxmlformats.org/drawingml/2006/main" prst="rect">
            <a:avLst/>
          </a:prstGeom>
        </p:spPr>
      </p:pic>
      <p:sp>
        <p:nvSpPr>
          <p:cNvPr id="24" name="label-6-5">
            <a:extLst xmlns:a="http://schemas.openxmlformats.org/drawingml/2006/main">
              <a:ext uri="{FF2B5EF4-FFF2-40B4-BE49-F238E27FC236}">
                <a16:creationId xmlns:a16="http://schemas.microsoft.com/office/drawing/2014/main" id="{EEA4D3E0-3974-4CAE-9505-63CDB429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972175"/>
            <a:ext cx="2300288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2523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232A"/>
                </a:solidFill>
                <a:latin typeface="Arial"/>
                <a:ea typeface="Arial"/>
                <a:cs typeface="Arial"/>
              </a:rPr>
              <a:t>Cursor Pointer</a:t>
            </a:r>
          </a:p>
        </p:txBody>
      </p:sp>
      <p:sp>
        <p:nvSpPr>
          <p:cNvPr id="25" name="filename-6-5">
            <a:extLst xmlns:a="http://schemas.openxmlformats.org/drawingml/2006/main">
              <a:ext uri="{FF2B5EF4-FFF2-40B4-BE49-F238E27FC236}">
                <a16:creationId xmlns:a16="http://schemas.microsoft.com/office/drawing/2014/main" id="{1E819B94-943D-4A1F-9208-0F963F4B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6229350"/>
            <a:ext cx="230028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13" b="0">
                <a:solidFill>
                  <a:srgbClr val="4C4C4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4C4C4C"/>
                </a:solidFill>
                <a:latin typeface="Arial"/>
                <a:ea typeface="Arial"/>
                <a:cs typeface="Arial"/>
              </a:rPr>
              <a:t>05_cursor_pointer.svg</a:t>
            </a:r>
          </a:p>
        </p:txBody>
      </p:sp>
      <p:sp>
        <p:nvSpPr>
          <p:cNvPr id="26" name="surface-6-6">
            <a:extLst xmlns:a="http://schemas.openxmlformats.org/drawingml/2006/main">
              <a:ext uri="{FF2B5EF4-FFF2-40B4-BE49-F238E27FC236}">
                <a16:creationId xmlns:a16="http://schemas.microsoft.com/office/drawing/2014/main" id="{5EFF25FE-71A9-4E8F-B56D-B8D3FC146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4310063"/>
            <a:ext cx="2586038" cy="2185988"/>
          </a:xfrm>
          <a:prstGeom xmlns:a="http://schemas.openxmlformats.org/drawingml/2006/main" prst="roundRect">
            <a:avLst>
              <a:gd name="adj" fmla="val 5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3D8F1"/>
            </a:solidFill>
            <a:prstDash val="solid"/>
          </a:ln>
        </p:spPr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5576efda604b9d">
            <a:extLst>
              <a:ext uri="{96DAC541-7B7A-43D3-8B79-37D633B846F1}">
                <asvg:svgBlip xmlns:asvg="http://schemas.microsoft.com/office/drawing/2016/SVG/main" r:embed="R7a32a19ba877462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519488" y="4405313"/>
            <a:ext cx="2357438" cy="1481138"/>
          </a:xfrm>
          <a:prstGeom xmlns:a="http://schemas.openxmlformats.org/drawingml/2006/main" prst="rect">
            <a:avLst/>
          </a:prstGeom>
        </p:spPr>
      </p:pic>
      <p:sp>
        <p:nvSpPr>
          <p:cNvPr id="28" name="label-6-6">
            <a:extLst xmlns:a="http://schemas.openxmlformats.org/drawingml/2006/main">
              <a:ext uri="{FF2B5EF4-FFF2-40B4-BE49-F238E27FC236}">
                <a16:creationId xmlns:a16="http://schemas.microsoft.com/office/drawing/2014/main" id="{D39B4AF0-31A1-445D-AEBA-C1A24142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063" y="5972175"/>
            <a:ext cx="2300288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2523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232A"/>
                </a:solidFill>
                <a:latin typeface="Arial"/>
                <a:ea typeface="Arial"/>
                <a:cs typeface="Arial"/>
              </a:rPr>
              <a:t>Database</a:t>
            </a:r>
          </a:p>
        </p:txBody>
      </p:sp>
      <p:sp>
        <p:nvSpPr>
          <p:cNvPr id="29" name="filename-6-6">
            <a:extLst xmlns:a="http://schemas.openxmlformats.org/drawingml/2006/main">
              <a:ext uri="{FF2B5EF4-FFF2-40B4-BE49-F238E27FC236}">
                <a16:creationId xmlns:a16="http://schemas.microsoft.com/office/drawing/2014/main" id="{EE7D9586-57B9-46B2-8BC6-BDF5CB71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063" y="6229350"/>
            <a:ext cx="230028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13" b="0">
                <a:solidFill>
                  <a:srgbClr val="4C4C4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4C4C4C"/>
                </a:solidFill>
                <a:latin typeface="Arial"/>
                <a:ea typeface="Arial"/>
                <a:cs typeface="Arial"/>
              </a:rPr>
              <a:t>06_database.svg</a:t>
            </a:r>
          </a:p>
        </p:txBody>
      </p:sp>
      <p:sp>
        <p:nvSpPr>
          <p:cNvPr id="30" name="surface-6-7">
            <a:extLst xmlns:a="http://schemas.openxmlformats.org/drawingml/2006/main">
              <a:ext uri="{FF2B5EF4-FFF2-40B4-BE49-F238E27FC236}">
                <a16:creationId xmlns:a16="http://schemas.microsoft.com/office/drawing/2014/main" id="{855152A3-5252-46C5-9133-EB89DFAAC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310063"/>
            <a:ext cx="2586038" cy="2185988"/>
          </a:xfrm>
          <a:prstGeom xmlns:a="http://schemas.openxmlformats.org/drawingml/2006/main" prst="roundRect">
            <a:avLst>
              <a:gd name="adj" fmla="val 5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3D8F1"/>
            </a:solidFill>
            <a:prstDash val="solid"/>
          </a:ln>
        </p:spPr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b2ffa6520c4b41">
            <a:extLst>
              <a:ext uri="{96DAC541-7B7A-43D3-8B79-37D633B846F1}">
                <asvg:svgBlip xmlns:asvg="http://schemas.microsoft.com/office/drawing/2016/SVG/main" r:embed="Rab9a34904af64d6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15075" y="4405313"/>
            <a:ext cx="2357438" cy="1481138"/>
          </a:xfrm>
          <a:prstGeom xmlns:a="http://schemas.openxmlformats.org/drawingml/2006/main" prst="rect">
            <a:avLst/>
          </a:prstGeom>
        </p:spPr>
      </p:pic>
      <p:sp>
        <p:nvSpPr>
          <p:cNvPr id="32" name="label-6-7">
            <a:extLst xmlns:a="http://schemas.openxmlformats.org/drawingml/2006/main">
              <a:ext uri="{FF2B5EF4-FFF2-40B4-BE49-F238E27FC236}">
                <a16:creationId xmlns:a16="http://schemas.microsoft.com/office/drawing/2014/main" id="{D3B45AF6-C7E9-4207-BCC0-7B33DC71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972175"/>
            <a:ext cx="2300288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2523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232A"/>
                </a:solidFill>
                <a:latin typeface="Arial"/>
                <a:ea typeface="Arial"/>
                <a:cs typeface="Arial"/>
              </a:rPr>
              <a:t>Cloud</a:t>
            </a:r>
          </a:p>
        </p:txBody>
      </p:sp>
      <p:sp>
        <p:nvSpPr>
          <p:cNvPr id="33" name="filename-6-7">
            <a:extLst xmlns:a="http://schemas.openxmlformats.org/drawingml/2006/main">
              <a:ext uri="{FF2B5EF4-FFF2-40B4-BE49-F238E27FC236}">
                <a16:creationId xmlns:a16="http://schemas.microsoft.com/office/drawing/2014/main" id="{5987E09F-567D-4578-9E1A-5AD8AF58B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6229350"/>
            <a:ext cx="230028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13" b="0">
                <a:solidFill>
                  <a:srgbClr val="4C4C4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4C4C4C"/>
                </a:solidFill>
                <a:latin typeface="Arial"/>
                <a:ea typeface="Arial"/>
                <a:cs typeface="Arial"/>
              </a:rPr>
              <a:t>07_cloud.svg</a:t>
            </a:r>
          </a:p>
        </p:txBody>
      </p:sp>
      <p:sp>
        <p:nvSpPr>
          <p:cNvPr id="34" name="surface-6-8">
            <a:extLst xmlns:a="http://schemas.openxmlformats.org/drawingml/2006/main">
              <a:ext uri="{FF2B5EF4-FFF2-40B4-BE49-F238E27FC236}">
                <a16:creationId xmlns:a16="http://schemas.microsoft.com/office/drawing/2014/main" id="{334EC27F-E1BD-469E-8FD2-47E608A28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6363" y="4310063"/>
            <a:ext cx="2586038" cy="2185988"/>
          </a:xfrm>
          <a:prstGeom xmlns:a="http://schemas.openxmlformats.org/drawingml/2006/main" prst="roundRect">
            <a:avLst>
              <a:gd name="adj" fmla="val 5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3D8F1"/>
            </a:solidFill>
            <a:prstDash val="solid"/>
          </a:ln>
        </p:spPr>
      </p:sp>
      <p:pic>
        <p:nvPicPr>
          <p:cNvPr id="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ea7fab6efb4747">
            <a:extLst>
              <a:ext uri="{96DAC541-7B7A-43D3-8B79-37D633B846F1}">
                <asvg:svgBlip xmlns:asvg="http://schemas.microsoft.com/office/drawing/2016/SVG/main" r:embed="Rddc239d1e1674fd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110663" y="4405313"/>
            <a:ext cx="2357438" cy="1481138"/>
          </a:xfrm>
          <a:prstGeom xmlns:a="http://schemas.openxmlformats.org/drawingml/2006/main" prst="rect">
            <a:avLst/>
          </a:prstGeom>
        </p:spPr>
      </p:pic>
      <p:sp>
        <p:nvSpPr>
          <p:cNvPr id="36" name="label-6-8">
            <a:extLst xmlns:a="http://schemas.openxmlformats.org/drawingml/2006/main">
              <a:ext uri="{FF2B5EF4-FFF2-40B4-BE49-F238E27FC236}">
                <a16:creationId xmlns:a16="http://schemas.microsoft.com/office/drawing/2014/main" id="{EE44BDA3-9531-4046-8DBC-8A8D08AEE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5972175"/>
            <a:ext cx="2300288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2523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232A"/>
                </a:solidFill>
                <a:latin typeface="Arial"/>
                <a:ea typeface="Arial"/>
                <a:cs typeface="Arial"/>
              </a:rPr>
              <a:t>Search</a:t>
            </a:r>
          </a:p>
        </p:txBody>
      </p:sp>
      <p:sp>
        <p:nvSpPr>
          <p:cNvPr id="37" name="filename-6-8">
            <a:extLst xmlns:a="http://schemas.openxmlformats.org/drawingml/2006/main">
              <a:ext uri="{FF2B5EF4-FFF2-40B4-BE49-F238E27FC236}">
                <a16:creationId xmlns:a16="http://schemas.microsoft.com/office/drawing/2014/main" id="{52FCC0DC-6782-4C93-9CE3-9201A282D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6229350"/>
            <a:ext cx="230028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13" b="0">
                <a:solidFill>
                  <a:srgbClr val="4C4C4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4C4C4C"/>
                </a:solidFill>
                <a:latin typeface="Arial"/>
                <a:ea typeface="Arial"/>
                <a:cs typeface="Arial"/>
              </a:rPr>
              <a:t>08_search.svg</a:t>
            </a:r>
          </a:p>
        </p:txBody>
      </p:sp>
      <p:pic>
        <p:nvPicPr>
          <p:cNvPr id="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5ec6e28ec147e6"/>
          <a:stretch xmlns:a="http://schemas.openxmlformats.org/drawingml/2006/main"/>
        </p:blipFill>
        <p:spPr>
          <a:xfrm xmlns:a="http://schemas.openxmlformats.org/drawingml/2006/main">
            <a:off x="9648825" y="288188"/>
            <a:ext cx="1257300" cy="290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03445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AF8F1"/>
            </a:gs>
            <a:gs pos="72000">
              <a:srgbClr val="E3D8F1"/>
            </a:gs>
            <a:gs pos="100000">
              <a:srgbClr val="62DCE8">
                <a:alpha val="22000"/>
              </a:srgbClr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section-7">
            <a:extLst xmlns:a="http://schemas.openxmlformats.org/drawingml/2006/main">
              <a:ext uri="{FF2B5EF4-FFF2-40B4-BE49-F238E27FC236}">
                <a16:creationId xmlns:a16="http://schemas.microsoft.com/office/drawing/2014/main" id="{EE2B2B37-5683-469F-8A74-4DE18E807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7048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48C8"/>
                </a:solidFill>
                <a:latin typeface="Arial"/>
                <a:ea typeface="Arial"/>
                <a:cs typeface="Arial"/>
              </a:rPr>
              <a:t>ICONS 09—16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D7B0E5D6-ECF8-4275-BB25-7F2D8EF73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25232A"/>
                </a:solidFill>
                <a:latin typeface="PingFang SC"/>
                <a:ea typeface="PingFang SC"/>
                <a:cs typeface="PingFang SC"/>
              </a:defRPr>
            </a:pPr>
            <a:r>
              <a:rPr sz="3675" b="1">
                <a:solidFill>
                  <a:srgbClr val="25232A"/>
                </a:solidFill>
                <a:latin typeface="PingFang SC"/>
                <a:ea typeface="PingFang SC"/>
                <a:cs typeface="PingFang SC"/>
              </a:rPr>
              <a:t>行动与成长图标：产品、社群与成果</a:t>
            </a:r>
          </a:p>
        </p:txBody>
      </p:sp>
      <p:sp>
        <p:nvSpPr>
          <p:cNvPr id="3" name="subtitle-7">
            <a:extLst xmlns:a="http://schemas.openxmlformats.org/drawingml/2006/main">
              <a:ext uri="{FF2B5EF4-FFF2-40B4-BE49-F238E27FC236}">
                <a16:creationId xmlns:a16="http://schemas.microsoft.com/office/drawing/2014/main" id="{B4F81C8B-FCB3-4555-B3A4-713BC669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4C4C4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4C4C4C"/>
                </a:solidFill>
                <a:latin typeface="PingFang SC"/>
                <a:ea typeface="PingFang SC"/>
                <a:cs typeface="PingFang SC"/>
              </a:rPr>
              <a:t>在较小尺寸下仍保持清晰，适合页脚、步骤和数据旁注。</a:t>
            </a:r>
          </a:p>
        </p:txBody>
      </p:sp>
      <p:sp>
        <p:nvSpPr>
          <p:cNvPr id="4" name="page-7">
            <a:extLst xmlns:a="http://schemas.openxmlformats.org/drawingml/2006/main">
              <a:ext uri="{FF2B5EF4-FFF2-40B4-BE49-F238E27FC236}">
                <a16:creationId xmlns:a16="http://schemas.microsoft.com/office/drawing/2014/main" id="{C8E8A154-601C-47CC-97E7-8547C2FE2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381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350" b="1">
                <a:solidFill>
                  <a:srgbClr val="B9BC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9BCE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header-rule-7">
            <a:extLst xmlns:a="http://schemas.openxmlformats.org/drawingml/2006/main">
              <a:ext uri="{FF2B5EF4-FFF2-40B4-BE49-F238E27FC236}">
                <a16:creationId xmlns:a16="http://schemas.microsoft.com/office/drawing/2014/main" id="{3883773D-A220-4C5A-B913-7FC7A231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urface-7-1">
            <a:extLst xmlns:a="http://schemas.openxmlformats.org/drawingml/2006/main">
              <a:ext uri="{FF2B5EF4-FFF2-40B4-BE49-F238E27FC236}">
                <a16:creationId xmlns:a16="http://schemas.microsoft.com/office/drawing/2014/main" id="{51E2E1F9-F0CC-46D3-8B32-0ADD50346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2586038" cy="2185988"/>
          </a:xfrm>
          <a:prstGeom xmlns:a="http://schemas.openxmlformats.org/drawingml/2006/main" prst="roundRect">
            <a:avLst>
              <a:gd name="adj" fmla="val 5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3D8F1"/>
            </a:solidFill>
            <a:prstDash val="solid"/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406feb20f74505">
            <a:extLst>
              <a:ext uri="{96DAC541-7B7A-43D3-8B79-37D633B846F1}">
                <asvg:svgBlip xmlns:asvg="http://schemas.microsoft.com/office/drawing/2016/SVG/main" r:embed="Reeef7f6350ab40e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23900" y="2047875"/>
            <a:ext cx="2357438" cy="1481138"/>
          </a:xfrm>
          <a:prstGeom xmlns:a="http://schemas.openxmlformats.org/drawingml/2006/main" prst="rect">
            <a:avLst/>
          </a:prstGeom>
        </p:spPr>
      </p:pic>
      <p:sp>
        <p:nvSpPr>
          <p:cNvPr id="8" name="label-7-1">
            <a:extLst xmlns:a="http://schemas.openxmlformats.org/drawingml/2006/main">
              <a:ext uri="{FF2B5EF4-FFF2-40B4-BE49-F238E27FC236}">
                <a16:creationId xmlns:a16="http://schemas.microsoft.com/office/drawing/2014/main" id="{09BC11B2-5CC7-41F2-B798-696093DB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614738"/>
            <a:ext cx="2300288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2523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232A"/>
                </a:solidFill>
                <a:latin typeface="Arial"/>
                <a:ea typeface="Arial"/>
                <a:cs typeface="Arial"/>
              </a:rPr>
              <a:t>Product Box</a:t>
            </a:r>
          </a:p>
        </p:txBody>
      </p:sp>
      <p:sp>
        <p:nvSpPr>
          <p:cNvPr id="9" name="filename-7-1">
            <a:extLst xmlns:a="http://schemas.openxmlformats.org/drawingml/2006/main">
              <a:ext uri="{FF2B5EF4-FFF2-40B4-BE49-F238E27FC236}">
                <a16:creationId xmlns:a16="http://schemas.microsoft.com/office/drawing/2014/main" id="{69507F26-12FC-4177-9DFC-E6C03C607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871913"/>
            <a:ext cx="230028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13" b="0">
                <a:solidFill>
                  <a:srgbClr val="4C4C4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4C4C4C"/>
                </a:solidFill>
                <a:latin typeface="Arial"/>
                <a:ea typeface="Arial"/>
                <a:cs typeface="Arial"/>
              </a:rPr>
              <a:t>09_product_box.svg</a:t>
            </a:r>
          </a:p>
        </p:txBody>
      </p:sp>
      <p:sp>
        <p:nvSpPr>
          <p:cNvPr id="10" name="surface-7-2">
            <a:extLst xmlns:a="http://schemas.openxmlformats.org/drawingml/2006/main">
              <a:ext uri="{FF2B5EF4-FFF2-40B4-BE49-F238E27FC236}">
                <a16:creationId xmlns:a16="http://schemas.microsoft.com/office/drawing/2014/main" id="{9F0A2930-69EF-4142-8458-E901A6FCE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1952625"/>
            <a:ext cx="2586038" cy="2185988"/>
          </a:xfrm>
          <a:prstGeom xmlns:a="http://schemas.openxmlformats.org/drawingml/2006/main" prst="roundRect">
            <a:avLst>
              <a:gd name="adj" fmla="val 5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3D8F1"/>
            </a:solidFill>
            <a:prstDash val="solid"/>
          </a:ln>
        </p:spPr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a486db84334499">
            <a:extLst>
              <a:ext uri="{96DAC541-7B7A-43D3-8B79-37D633B846F1}">
                <asvg:svgBlip xmlns:asvg="http://schemas.microsoft.com/office/drawing/2016/SVG/main" r:embed="R0f7aff885b4b4ff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519488" y="2047875"/>
            <a:ext cx="2357438" cy="1481138"/>
          </a:xfrm>
          <a:prstGeom xmlns:a="http://schemas.openxmlformats.org/drawingml/2006/main" prst="rect">
            <a:avLst/>
          </a:prstGeom>
        </p:spPr>
      </p:pic>
      <p:sp>
        <p:nvSpPr>
          <p:cNvPr id="12" name="label-7-2">
            <a:extLst xmlns:a="http://schemas.openxmlformats.org/drawingml/2006/main">
              <a:ext uri="{FF2B5EF4-FFF2-40B4-BE49-F238E27FC236}">
                <a16:creationId xmlns:a16="http://schemas.microsoft.com/office/drawing/2014/main" id="{136BFCB7-E8BD-4947-91E3-D3F6AAEFA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063" y="3614738"/>
            <a:ext cx="2300288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2523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232A"/>
                </a:solidFill>
                <a:latin typeface="Arial"/>
                <a:ea typeface="Arial"/>
                <a:cs typeface="Arial"/>
              </a:rPr>
              <a:t>Analytics</a:t>
            </a:r>
          </a:p>
        </p:txBody>
      </p:sp>
      <p:sp>
        <p:nvSpPr>
          <p:cNvPr id="13" name="filename-7-2">
            <a:extLst xmlns:a="http://schemas.openxmlformats.org/drawingml/2006/main">
              <a:ext uri="{FF2B5EF4-FFF2-40B4-BE49-F238E27FC236}">
                <a16:creationId xmlns:a16="http://schemas.microsoft.com/office/drawing/2014/main" id="{EA6F4B54-7777-4F6D-8209-223AA57B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063" y="3871913"/>
            <a:ext cx="230028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13" b="0">
                <a:solidFill>
                  <a:srgbClr val="4C4C4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4C4C4C"/>
                </a:solidFill>
                <a:latin typeface="Arial"/>
                <a:ea typeface="Arial"/>
                <a:cs typeface="Arial"/>
              </a:rPr>
              <a:t>10_analytics.svg</a:t>
            </a:r>
          </a:p>
        </p:txBody>
      </p:sp>
      <p:sp>
        <p:nvSpPr>
          <p:cNvPr id="14" name="surface-7-3">
            <a:extLst xmlns:a="http://schemas.openxmlformats.org/drawingml/2006/main">
              <a:ext uri="{FF2B5EF4-FFF2-40B4-BE49-F238E27FC236}">
                <a16:creationId xmlns:a16="http://schemas.microsoft.com/office/drawing/2014/main" id="{19E0BC71-8996-4BC4-8F09-DB5B7EA67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952625"/>
            <a:ext cx="2586038" cy="2185988"/>
          </a:xfrm>
          <a:prstGeom xmlns:a="http://schemas.openxmlformats.org/drawingml/2006/main" prst="roundRect">
            <a:avLst>
              <a:gd name="adj" fmla="val 5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3D8F1"/>
            </a:solidFill>
            <a:prstDash val="solid"/>
          </a:ln>
        </p:spPr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c2ef60affd499a">
            <a:extLst>
              <a:ext uri="{96DAC541-7B7A-43D3-8B79-37D633B846F1}">
                <asvg:svgBlip xmlns:asvg="http://schemas.microsoft.com/office/drawing/2016/SVG/main" r:embed="Rbee17c2ef9974b2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15075" y="2047875"/>
            <a:ext cx="2357438" cy="1481138"/>
          </a:xfrm>
          <a:prstGeom xmlns:a="http://schemas.openxmlformats.org/drawingml/2006/main" prst="rect">
            <a:avLst/>
          </a:prstGeom>
        </p:spPr>
      </p:pic>
      <p:sp>
        <p:nvSpPr>
          <p:cNvPr id="16" name="label-7-3">
            <a:extLst xmlns:a="http://schemas.openxmlformats.org/drawingml/2006/main">
              <a:ext uri="{FF2B5EF4-FFF2-40B4-BE49-F238E27FC236}">
                <a16:creationId xmlns:a16="http://schemas.microsoft.com/office/drawing/2014/main" id="{F115176A-4857-4D28-AC9C-FE4CD4A1A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14738"/>
            <a:ext cx="2300288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2523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232A"/>
                </a:solidFill>
                <a:latin typeface="Arial"/>
                <a:ea typeface="Arial"/>
                <a:cs typeface="Arial"/>
              </a:rPr>
              <a:t>Community</a:t>
            </a:r>
          </a:p>
        </p:txBody>
      </p:sp>
      <p:sp>
        <p:nvSpPr>
          <p:cNvPr id="17" name="filename-7-3">
            <a:extLst xmlns:a="http://schemas.openxmlformats.org/drawingml/2006/main">
              <a:ext uri="{FF2B5EF4-FFF2-40B4-BE49-F238E27FC236}">
                <a16:creationId xmlns:a16="http://schemas.microsoft.com/office/drawing/2014/main" id="{E3E4A61B-A1D5-48C1-90B9-EB9AE0EA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71913"/>
            <a:ext cx="230028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13" b="0">
                <a:solidFill>
                  <a:srgbClr val="4C4C4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4C4C4C"/>
                </a:solidFill>
                <a:latin typeface="Arial"/>
                <a:ea typeface="Arial"/>
                <a:cs typeface="Arial"/>
              </a:rPr>
              <a:t>11_community.svg</a:t>
            </a:r>
          </a:p>
        </p:txBody>
      </p:sp>
      <p:sp>
        <p:nvSpPr>
          <p:cNvPr id="18" name="surface-7-4">
            <a:extLst xmlns:a="http://schemas.openxmlformats.org/drawingml/2006/main">
              <a:ext uri="{FF2B5EF4-FFF2-40B4-BE49-F238E27FC236}">
                <a16:creationId xmlns:a16="http://schemas.microsoft.com/office/drawing/2014/main" id="{87016D84-BB7D-4C1E-91DF-E871E153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6363" y="1952625"/>
            <a:ext cx="2586038" cy="2185988"/>
          </a:xfrm>
          <a:prstGeom xmlns:a="http://schemas.openxmlformats.org/drawingml/2006/main" prst="roundRect">
            <a:avLst>
              <a:gd name="adj" fmla="val 5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3D8F1"/>
            </a:solidFill>
            <a:prstDash val="solid"/>
          </a:ln>
        </p:spPr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13f9bdc3c04935">
            <a:extLst>
              <a:ext uri="{96DAC541-7B7A-43D3-8B79-37D633B846F1}">
                <asvg:svgBlip xmlns:asvg="http://schemas.microsoft.com/office/drawing/2016/SVG/main" r:embed="R44c0be3f47bd478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110663" y="2047875"/>
            <a:ext cx="2357438" cy="1481138"/>
          </a:xfrm>
          <a:prstGeom xmlns:a="http://schemas.openxmlformats.org/drawingml/2006/main" prst="rect">
            <a:avLst/>
          </a:prstGeom>
        </p:spPr>
      </p:pic>
      <p:sp>
        <p:nvSpPr>
          <p:cNvPr id="20" name="label-7-4">
            <a:extLst xmlns:a="http://schemas.openxmlformats.org/drawingml/2006/main">
              <a:ext uri="{FF2B5EF4-FFF2-40B4-BE49-F238E27FC236}">
                <a16:creationId xmlns:a16="http://schemas.microsoft.com/office/drawing/2014/main" id="{5613929D-2424-4566-9D5D-C5315197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3614738"/>
            <a:ext cx="2300288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2523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232A"/>
                </a:solidFill>
                <a:latin typeface="Arial"/>
                <a:ea typeface="Arial"/>
                <a:cs typeface="Arial"/>
              </a:rPr>
              <a:t>Calendar</a:t>
            </a:r>
          </a:p>
        </p:txBody>
      </p:sp>
      <p:sp>
        <p:nvSpPr>
          <p:cNvPr id="21" name="filename-7-4">
            <a:extLst xmlns:a="http://schemas.openxmlformats.org/drawingml/2006/main">
              <a:ext uri="{FF2B5EF4-FFF2-40B4-BE49-F238E27FC236}">
                <a16:creationId xmlns:a16="http://schemas.microsoft.com/office/drawing/2014/main" id="{EFD05F0E-EF1A-46BE-8F50-7CE41A76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3871913"/>
            <a:ext cx="230028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13" b="0">
                <a:solidFill>
                  <a:srgbClr val="4C4C4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4C4C4C"/>
                </a:solidFill>
                <a:latin typeface="Arial"/>
                <a:ea typeface="Arial"/>
                <a:cs typeface="Arial"/>
              </a:rPr>
              <a:t>12_calendar.svg</a:t>
            </a:r>
          </a:p>
        </p:txBody>
      </p:sp>
      <p:sp>
        <p:nvSpPr>
          <p:cNvPr id="22" name="surface-7-5">
            <a:extLst xmlns:a="http://schemas.openxmlformats.org/drawingml/2006/main">
              <a:ext uri="{FF2B5EF4-FFF2-40B4-BE49-F238E27FC236}">
                <a16:creationId xmlns:a16="http://schemas.microsoft.com/office/drawing/2014/main" id="{43BAD890-A3D2-4B2D-90DC-0D2ECA31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10063"/>
            <a:ext cx="2586038" cy="2185988"/>
          </a:xfrm>
          <a:prstGeom xmlns:a="http://schemas.openxmlformats.org/drawingml/2006/main" prst="roundRect">
            <a:avLst>
              <a:gd name="adj" fmla="val 5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3D8F1"/>
            </a:solidFill>
            <a:prstDash val="solid"/>
          </a:ln>
        </p:spPr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242a841de84628">
            <a:extLst>
              <a:ext uri="{96DAC541-7B7A-43D3-8B79-37D633B846F1}">
                <asvg:svgBlip xmlns:asvg="http://schemas.microsoft.com/office/drawing/2016/SVG/main" r:embed="Ra5718c1a2cd2445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23900" y="4405313"/>
            <a:ext cx="2357438" cy="1481138"/>
          </a:xfrm>
          <a:prstGeom xmlns:a="http://schemas.openxmlformats.org/drawingml/2006/main" prst="rect">
            <a:avLst/>
          </a:prstGeom>
        </p:spPr>
      </p:pic>
      <p:sp>
        <p:nvSpPr>
          <p:cNvPr id="24" name="label-7-5">
            <a:extLst xmlns:a="http://schemas.openxmlformats.org/drawingml/2006/main">
              <a:ext uri="{FF2B5EF4-FFF2-40B4-BE49-F238E27FC236}">
                <a16:creationId xmlns:a16="http://schemas.microsoft.com/office/drawing/2014/main" id="{D109A7C4-2E39-4CFF-8901-3A2DC311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972175"/>
            <a:ext cx="2300288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2523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232A"/>
                </a:solidFill>
                <a:latin typeface="Arial"/>
                <a:ea typeface="Arial"/>
                <a:cs typeface="Arial"/>
              </a:rPr>
              <a:t>Rocket</a:t>
            </a:r>
          </a:p>
        </p:txBody>
      </p:sp>
      <p:sp>
        <p:nvSpPr>
          <p:cNvPr id="25" name="filename-7-5">
            <a:extLst xmlns:a="http://schemas.openxmlformats.org/drawingml/2006/main">
              <a:ext uri="{FF2B5EF4-FFF2-40B4-BE49-F238E27FC236}">
                <a16:creationId xmlns:a16="http://schemas.microsoft.com/office/drawing/2014/main" id="{D5F63B4D-DA09-4A03-9711-CA2608CF0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6229350"/>
            <a:ext cx="230028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13" b="0">
                <a:solidFill>
                  <a:srgbClr val="4C4C4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4C4C4C"/>
                </a:solidFill>
                <a:latin typeface="Arial"/>
                <a:ea typeface="Arial"/>
                <a:cs typeface="Arial"/>
              </a:rPr>
              <a:t>13_rocket.svg</a:t>
            </a:r>
          </a:p>
        </p:txBody>
      </p:sp>
      <p:sp>
        <p:nvSpPr>
          <p:cNvPr id="26" name="surface-7-6">
            <a:extLst xmlns:a="http://schemas.openxmlformats.org/drawingml/2006/main">
              <a:ext uri="{FF2B5EF4-FFF2-40B4-BE49-F238E27FC236}">
                <a16:creationId xmlns:a16="http://schemas.microsoft.com/office/drawing/2014/main" id="{36FDEDB6-86FE-4AF9-9666-E32C79733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4310063"/>
            <a:ext cx="2586038" cy="2185988"/>
          </a:xfrm>
          <a:prstGeom xmlns:a="http://schemas.openxmlformats.org/drawingml/2006/main" prst="roundRect">
            <a:avLst>
              <a:gd name="adj" fmla="val 5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3D8F1"/>
            </a:solidFill>
            <a:prstDash val="solid"/>
          </a:ln>
        </p:spPr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bfe0e9068f480e">
            <a:extLst>
              <a:ext uri="{96DAC541-7B7A-43D3-8B79-37D633B846F1}">
                <asvg:svgBlip xmlns:asvg="http://schemas.microsoft.com/office/drawing/2016/SVG/main" r:embed="R10591b7c721e46d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519488" y="4405313"/>
            <a:ext cx="2357438" cy="1481138"/>
          </a:xfrm>
          <a:prstGeom xmlns:a="http://schemas.openxmlformats.org/drawingml/2006/main" prst="rect">
            <a:avLst/>
          </a:prstGeom>
        </p:spPr>
      </p:pic>
      <p:sp>
        <p:nvSpPr>
          <p:cNvPr id="28" name="label-7-6">
            <a:extLst xmlns:a="http://schemas.openxmlformats.org/drawingml/2006/main">
              <a:ext uri="{FF2B5EF4-FFF2-40B4-BE49-F238E27FC236}">
                <a16:creationId xmlns:a16="http://schemas.microsoft.com/office/drawing/2014/main" id="{7F34E589-793C-4C2E-93A6-31E30683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063" y="5972175"/>
            <a:ext cx="2300288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2523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232A"/>
                </a:solidFill>
                <a:latin typeface="Arial"/>
                <a:ea typeface="Arial"/>
                <a:cs typeface="Arial"/>
              </a:rPr>
              <a:t>Trophy</a:t>
            </a:r>
          </a:p>
        </p:txBody>
      </p:sp>
      <p:sp>
        <p:nvSpPr>
          <p:cNvPr id="29" name="filename-7-6">
            <a:extLst xmlns:a="http://schemas.openxmlformats.org/drawingml/2006/main">
              <a:ext uri="{FF2B5EF4-FFF2-40B4-BE49-F238E27FC236}">
                <a16:creationId xmlns:a16="http://schemas.microsoft.com/office/drawing/2014/main" id="{BAD68EB8-A2B1-4639-A62D-055282B79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063" y="6229350"/>
            <a:ext cx="230028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13" b="0">
                <a:solidFill>
                  <a:srgbClr val="4C4C4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4C4C4C"/>
                </a:solidFill>
                <a:latin typeface="Arial"/>
                <a:ea typeface="Arial"/>
                <a:cs typeface="Arial"/>
              </a:rPr>
              <a:t>14_trophy.svg</a:t>
            </a:r>
          </a:p>
        </p:txBody>
      </p:sp>
      <p:sp>
        <p:nvSpPr>
          <p:cNvPr id="30" name="surface-7-7">
            <a:extLst xmlns:a="http://schemas.openxmlformats.org/drawingml/2006/main">
              <a:ext uri="{FF2B5EF4-FFF2-40B4-BE49-F238E27FC236}">
                <a16:creationId xmlns:a16="http://schemas.microsoft.com/office/drawing/2014/main" id="{00823436-DC9B-42FB-8C1C-B3697FA5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310063"/>
            <a:ext cx="2586038" cy="2185988"/>
          </a:xfrm>
          <a:prstGeom xmlns:a="http://schemas.openxmlformats.org/drawingml/2006/main" prst="roundRect">
            <a:avLst>
              <a:gd name="adj" fmla="val 5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3D8F1"/>
            </a:solidFill>
            <a:prstDash val="solid"/>
          </a:ln>
        </p:spPr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57b467bf6849e1">
            <a:extLst>
              <a:ext uri="{96DAC541-7B7A-43D3-8B79-37D633B846F1}">
                <asvg:svgBlip xmlns:asvg="http://schemas.microsoft.com/office/drawing/2016/SVG/main" r:embed="Rb8bfe86dd0d340e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15075" y="4405313"/>
            <a:ext cx="2357438" cy="1481138"/>
          </a:xfrm>
          <a:prstGeom xmlns:a="http://schemas.openxmlformats.org/drawingml/2006/main" prst="rect">
            <a:avLst/>
          </a:prstGeom>
        </p:spPr>
      </p:pic>
      <p:sp>
        <p:nvSpPr>
          <p:cNvPr id="32" name="label-7-7">
            <a:extLst xmlns:a="http://schemas.openxmlformats.org/drawingml/2006/main">
              <a:ext uri="{FF2B5EF4-FFF2-40B4-BE49-F238E27FC236}">
                <a16:creationId xmlns:a16="http://schemas.microsoft.com/office/drawing/2014/main" id="{3ED8F024-348C-40AF-AB0E-6010295E2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972175"/>
            <a:ext cx="2300288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2523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232A"/>
                </a:solidFill>
                <a:latin typeface="Arial"/>
                <a:ea typeface="Arial"/>
                <a:cs typeface="Arial"/>
              </a:rPr>
              <a:t>Globe</a:t>
            </a:r>
          </a:p>
        </p:txBody>
      </p:sp>
      <p:sp>
        <p:nvSpPr>
          <p:cNvPr id="33" name="filename-7-7">
            <a:extLst xmlns:a="http://schemas.openxmlformats.org/drawingml/2006/main">
              <a:ext uri="{FF2B5EF4-FFF2-40B4-BE49-F238E27FC236}">
                <a16:creationId xmlns:a16="http://schemas.microsoft.com/office/drawing/2014/main" id="{3E1B4756-9748-4F85-BBA7-7836D638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6229350"/>
            <a:ext cx="230028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13" b="0">
                <a:solidFill>
                  <a:srgbClr val="4C4C4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4C4C4C"/>
                </a:solidFill>
                <a:latin typeface="Arial"/>
                <a:ea typeface="Arial"/>
                <a:cs typeface="Arial"/>
              </a:rPr>
              <a:t>15_globe.svg</a:t>
            </a:r>
          </a:p>
        </p:txBody>
      </p:sp>
      <p:sp>
        <p:nvSpPr>
          <p:cNvPr id="34" name="surface-7-8">
            <a:extLst xmlns:a="http://schemas.openxmlformats.org/drawingml/2006/main">
              <a:ext uri="{FF2B5EF4-FFF2-40B4-BE49-F238E27FC236}">
                <a16:creationId xmlns:a16="http://schemas.microsoft.com/office/drawing/2014/main" id="{7A74F184-A95C-4716-BA76-076FFA41C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6363" y="4310063"/>
            <a:ext cx="2586038" cy="2185988"/>
          </a:xfrm>
          <a:prstGeom xmlns:a="http://schemas.openxmlformats.org/drawingml/2006/main" prst="roundRect">
            <a:avLst>
              <a:gd name="adj" fmla="val 5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3D8F1"/>
            </a:solidFill>
            <a:prstDash val="solid"/>
          </a:ln>
        </p:spPr>
      </p:sp>
      <p:pic>
        <p:nvPicPr>
          <p:cNvPr id="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149949b542407f">
            <a:extLst>
              <a:ext uri="{96DAC541-7B7A-43D3-8B79-37D633B846F1}">
                <asvg:svgBlip xmlns:asvg="http://schemas.microsoft.com/office/drawing/2016/SVG/main" r:embed="R47b15890410549d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110663" y="4405313"/>
            <a:ext cx="2357438" cy="1481138"/>
          </a:xfrm>
          <a:prstGeom xmlns:a="http://schemas.openxmlformats.org/drawingml/2006/main" prst="rect">
            <a:avLst/>
          </a:prstGeom>
        </p:spPr>
      </p:pic>
      <p:sp>
        <p:nvSpPr>
          <p:cNvPr id="36" name="label-7-8">
            <a:extLst xmlns:a="http://schemas.openxmlformats.org/drawingml/2006/main">
              <a:ext uri="{FF2B5EF4-FFF2-40B4-BE49-F238E27FC236}">
                <a16:creationId xmlns:a16="http://schemas.microsoft.com/office/drawing/2014/main" id="{9C3A8C58-96ED-4019-98B0-A9339FD3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5972175"/>
            <a:ext cx="2300288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2523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232A"/>
                </a:solidFill>
                <a:latin typeface="Arial"/>
                <a:ea typeface="Arial"/>
                <a:cs typeface="Arial"/>
              </a:rPr>
              <a:t>Lightbulb</a:t>
            </a:r>
          </a:p>
        </p:txBody>
      </p:sp>
      <p:sp>
        <p:nvSpPr>
          <p:cNvPr id="37" name="filename-7-8">
            <a:extLst xmlns:a="http://schemas.openxmlformats.org/drawingml/2006/main">
              <a:ext uri="{FF2B5EF4-FFF2-40B4-BE49-F238E27FC236}">
                <a16:creationId xmlns:a16="http://schemas.microsoft.com/office/drawing/2014/main" id="{61059B0A-FA6E-4F23-82D0-3713C186C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6229350"/>
            <a:ext cx="230028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13" b="0">
                <a:solidFill>
                  <a:srgbClr val="4C4C4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4C4C4C"/>
                </a:solidFill>
                <a:latin typeface="Arial"/>
                <a:ea typeface="Arial"/>
                <a:cs typeface="Arial"/>
              </a:rPr>
              <a:t>16_lightbulb.svg</a:t>
            </a:r>
          </a:p>
        </p:txBody>
      </p:sp>
      <p:pic>
        <p:nvPicPr>
          <p:cNvPr id="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0d21362f044f6d"/>
          <a:stretch xmlns:a="http://schemas.openxmlformats.org/drawingml/2006/main"/>
        </p:blipFill>
        <p:spPr>
          <a:xfrm xmlns:a="http://schemas.openxmlformats.org/drawingml/2006/main">
            <a:off x="9648825" y="288188"/>
            <a:ext cx="1257300" cy="290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1561"/>
      </p:ext>
    </p:extLst>
  </p:cSld>
</p:sld>
</file>

<file path=ppt/slides/slide8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E3D8F1"/>
            </a:gs>
            <a:gs pos="62000">
              <a:srgbClr val="FAF8F1"/>
            </a:gs>
            <a:gs pos="100000">
              <a:srgbClr val="F8EEF0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ection-8">
            <a:extLst xmlns:a="http://schemas.openxmlformats.org/drawingml/2006/main">
              <a:ext uri="{FF2B5EF4-FFF2-40B4-BE49-F238E27FC236}">
                <a16:creationId xmlns:a16="http://schemas.microsoft.com/office/drawing/2014/main" id="{46209541-DEAC-43E2-AD34-D4DB2CBA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7048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48C8"/>
                </a:solidFill>
                <a:latin typeface="Arial"/>
                <a:ea typeface="Arial"/>
                <a:cs typeface="Arial"/>
              </a:rPr>
              <a:t>DECORATIONS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9BA9242E-499E-42D3-9332-2E82464ED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25232A"/>
                </a:solidFill>
                <a:latin typeface="PingFang SC"/>
                <a:ea typeface="PingFang SC"/>
                <a:cs typeface="PingFang SC"/>
              </a:defRPr>
            </a:pPr>
            <a:r>
              <a:rPr sz="3675" b="1">
                <a:solidFill>
                  <a:srgbClr val="25232A"/>
                </a:solidFill>
                <a:latin typeface="PingFang SC"/>
                <a:ea typeface="PingFang SC"/>
                <a:cs typeface="PingFang SC"/>
              </a:rPr>
              <a:t>装饰只做节奏，不抢内容</a:t>
            </a:r>
          </a:p>
        </p:txBody>
      </p:sp>
      <p:sp>
        <p:nvSpPr>
          <p:cNvPr id="3" name="subtitle-8">
            <a:extLst xmlns:a="http://schemas.openxmlformats.org/drawingml/2006/main">
              <a:ext uri="{FF2B5EF4-FFF2-40B4-BE49-F238E27FC236}">
                <a16:creationId xmlns:a16="http://schemas.microsoft.com/office/drawing/2014/main" id="{893F1475-DD27-4E42-B3D6-08A95D3A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4C4C4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4C4C4C"/>
                </a:solidFill>
                <a:latin typeface="PingFang SC"/>
                <a:ea typeface="PingFang SC"/>
                <a:cs typeface="PingFang SC"/>
              </a:rPr>
              <a:t>用于页脚、角落、分区和轻量背景；透明底可直接叠加。</a:t>
            </a:r>
          </a:p>
        </p:txBody>
      </p:sp>
      <p:sp>
        <p:nvSpPr>
          <p:cNvPr id="4" name="page-8">
            <a:extLst xmlns:a="http://schemas.openxmlformats.org/drawingml/2006/main">
              <a:ext uri="{FF2B5EF4-FFF2-40B4-BE49-F238E27FC236}">
                <a16:creationId xmlns:a16="http://schemas.microsoft.com/office/drawing/2014/main" id="{18B73022-FEA5-403F-8223-FD0933B14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381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350" b="1">
                <a:solidFill>
                  <a:srgbClr val="B9BC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9BCE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header-rule-8">
            <a:extLst xmlns:a="http://schemas.openxmlformats.org/drawingml/2006/main">
              <a:ext uri="{FF2B5EF4-FFF2-40B4-BE49-F238E27FC236}">
                <a16:creationId xmlns:a16="http://schemas.microsoft.com/office/drawing/2014/main" id="{3E7A988B-C7FF-4212-BDC2-E0A296811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urface-8-1">
            <a:extLst xmlns:a="http://schemas.openxmlformats.org/drawingml/2006/main">
              <a:ext uri="{FF2B5EF4-FFF2-40B4-BE49-F238E27FC236}">
                <a16:creationId xmlns:a16="http://schemas.microsoft.com/office/drawing/2014/main" id="{192CD0B0-28D4-4459-B531-55E75152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2026920" cy="2185988"/>
          </a:xfrm>
          <a:prstGeom xmlns:a="http://schemas.openxmlformats.org/drawingml/2006/main" prst="roundRect">
            <a:avLst>
              <a:gd name="adj" fmla="val 56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3D8F1"/>
            </a:solidFill>
            <a:prstDash val="solid"/>
          </a:ln>
        </p:spPr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c2f249e0734df3">
            <a:extLst>
              <a:ext uri="{96DAC541-7B7A-43D3-8B79-37D633B846F1}">
                <asvg:svgBlip xmlns:asvg="http://schemas.microsoft.com/office/drawing/2016/SVG/main" r:embed="R3d88d72366e6477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23900" y="2047875"/>
            <a:ext cx="1798320" cy="1481138"/>
          </a:xfrm>
          <a:prstGeom xmlns:a="http://schemas.openxmlformats.org/drawingml/2006/main" prst="rect">
            <a:avLst/>
          </a:prstGeom>
        </p:spPr>
      </p:pic>
      <p:sp>
        <p:nvSpPr>
          <p:cNvPr id="8" name="label-8-1">
            <a:extLst xmlns:a="http://schemas.openxmlformats.org/drawingml/2006/main">
              <a:ext uri="{FF2B5EF4-FFF2-40B4-BE49-F238E27FC236}">
                <a16:creationId xmlns:a16="http://schemas.microsoft.com/office/drawing/2014/main" id="{7C5747FC-0CAE-48D7-B3CB-2CA80A20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614738"/>
            <a:ext cx="174117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2523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232A"/>
                </a:solidFill>
                <a:latin typeface="Arial"/>
                <a:ea typeface="Arial"/>
                <a:cs typeface="Arial"/>
              </a:rPr>
              <a:t>Gradient Blob</a:t>
            </a:r>
          </a:p>
        </p:txBody>
      </p:sp>
      <p:sp>
        <p:nvSpPr>
          <p:cNvPr id="9" name="filename-8-1">
            <a:extLst xmlns:a="http://schemas.openxmlformats.org/drawingml/2006/main">
              <a:ext uri="{FF2B5EF4-FFF2-40B4-BE49-F238E27FC236}">
                <a16:creationId xmlns:a16="http://schemas.microsoft.com/office/drawing/2014/main" id="{61C4E35F-0BBF-4A93-BA50-A65596D0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871913"/>
            <a:ext cx="174117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13" b="0">
                <a:solidFill>
                  <a:srgbClr val="4C4C4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4C4C4C"/>
                </a:solidFill>
                <a:latin typeface="Arial"/>
                <a:ea typeface="Arial"/>
                <a:cs typeface="Arial"/>
              </a:rPr>
              <a:t>01_gradient_blob.svg</a:t>
            </a:r>
          </a:p>
        </p:txBody>
      </p:sp>
      <p:sp>
        <p:nvSpPr>
          <p:cNvPr id="10" name="surface-8-2">
            <a:extLst xmlns:a="http://schemas.openxmlformats.org/drawingml/2006/main">
              <a:ext uri="{FF2B5EF4-FFF2-40B4-BE49-F238E27FC236}">
                <a16:creationId xmlns:a16="http://schemas.microsoft.com/office/drawing/2014/main" id="{8F7DEC0A-C95C-4CB9-A2B5-97B5B6AD8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070" y="1952625"/>
            <a:ext cx="2026920" cy="2185988"/>
          </a:xfrm>
          <a:prstGeom xmlns:a="http://schemas.openxmlformats.org/drawingml/2006/main" prst="roundRect">
            <a:avLst>
              <a:gd name="adj" fmla="val 56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3D8F1"/>
            </a:solidFill>
            <a:prstDash val="solid"/>
          </a:ln>
        </p:spPr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c950a3419941a2">
            <a:extLst>
              <a:ext uri="{96DAC541-7B7A-43D3-8B79-37D633B846F1}">
                <asvg:svgBlip xmlns:asvg="http://schemas.microsoft.com/office/drawing/2016/SVG/main" r:embed="R1f3fb28a2d9448d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960370" y="2047875"/>
            <a:ext cx="1798320" cy="1481138"/>
          </a:xfrm>
          <a:prstGeom xmlns:a="http://schemas.openxmlformats.org/drawingml/2006/main" prst="rect">
            <a:avLst/>
          </a:prstGeom>
        </p:spPr>
      </p:pic>
      <p:sp>
        <p:nvSpPr>
          <p:cNvPr id="12" name="label-8-2">
            <a:extLst xmlns:a="http://schemas.openxmlformats.org/drawingml/2006/main">
              <a:ext uri="{FF2B5EF4-FFF2-40B4-BE49-F238E27FC236}">
                <a16:creationId xmlns:a16="http://schemas.microsoft.com/office/drawing/2014/main" id="{21546350-1F23-4EBA-8836-3E201FAA7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8945" y="3614738"/>
            <a:ext cx="174117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2523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232A"/>
                </a:solidFill>
                <a:latin typeface="Arial"/>
                <a:ea typeface="Arial"/>
                <a:cs typeface="Arial"/>
              </a:rPr>
              <a:t>Soft Wave</a:t>
            </a:r>
          </a:p>
        </p:txBody>
      </p:sp>
      <p:sp>
        <p:nvSpPr>
          <p:cNvPr id="13" name="filename-8-2">
            <a:extLst xmlns:a="http://schemas.openxmlformats.org/drawingml/2006/main">
              <a:ext uri="{FF2B5EF4-FFF2-40B4-BE49-F238E27FC236}">
                <a16:creationId xmlns:a16="http://schemas.microsoft.com/office/drawing/2014/main" id="{98C85FC4-4B8E-4A9D-9FFF-CB3B2C6B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8945" y="3871913"/>
            <a:ext cx="174117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13" b="0">
                <a:solidFill>
                  <a:srgbClr val="4C4C4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4C4C4C"/>
                </a:solidFill>
                <a:latin typeface="Arial"/>
                <a:ea typeface="Arial"/>
                <a:cs typeface="Arial"/>
              </a:rPr>
              <a:t>02_soft_wave.svg</a:t>
            </a:r>
          </a:p>
        </p:txBody>
      </p:sp>
      <p:sp>
        <p:nvSpPr>
          <p:cNvPr id="14" name="surface-8-3">
            <a:extLst xmlns:a="http://schemas.openxmlformats.org/drawingml/2006/main">
              <a:ext uri="{FF2B5EF4-FFF2-40B4-BE49-F238E27FC236}">
                <a16:creationId xmlns:a16="http://schemas.microsoft.com/office/drawing/2014/main" id="{BBFA3FDD-A171-4612-8DFC-95E95F470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540" y="1952625"/>
            <a:ext cx="2026920" cy="2185988"/>
          </a:xfrm>
          <a:prstGeom xmlns:a="http://schemas.openxmlformats.org/drawingml/2006/main" prst="roundRect">
            <a:avLst>
              <a:gd name="adj" fmla="val 56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3D8F1"/>
            </a:solidFill>
            <a:prstDash val="solid"/>
          </a:ln>
        </p:spPr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5a0793f2924af4">
            <a:extLst>
              <a:ext uri="{96DAC541-7B7A-43D3-8B79-37D633B846F1}">
                <asvg:svgBlip xmlns:asvg="http://schemas.microsoft.com/office/drawing/2016/SVG/main" r:embed="Rae447092bcf74b5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196840" y="2047875"/>
            <a:ext cx="1798320" cy="1481138"/>
          </a:xfrm>
          <a:prstGeom xmlns:a="http://schemas.openxmlformats.org/drawingml/2006/main" prst="rect">
            <a:avLst/>
          </a:prstGeom>
        </p:spPr>
      </p:pic>
      <p:sp>
        <p:nvSpPr>
          <p:cNvPr id="16" name="label-8-3">
            <a:extLst xmlns:a="http://schemas.openxmlformats.org/drawingml/2006/main">
              <a:ext uri="{FF2B5EF4-FFF2-40B4-BE49-F238E27FC236}">
                <a16:creationId xmlns:a16="http://schemas.microsoft.com/office/drawing/2014/main" id="{8942DD1D-1C43-41A4-8C72-D4500EE39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415" y="3614738"/>
            <a:ext cx="174117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2523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232A"/>
                </a:solidFill>
                <a:latin typeface="Arial"/>
                <a:ea typeface="Arial"/>
                <a:cs typeface="Arial"/>
              </a:rPr>
              <a:t>Flow Lines</a:t>
            </a:r>
          </a:p>
        </p:txBody>
      </p:sp>
      <p:sp>
        <p:nvSpPr>
          <p:cNvPr id="17" name="filename-8-3">
            <a:extLst xmlns:a="http://schemas.openxmlformats.org/drawingml/2006/main">
              <a:ext uri="{FF2B5EF4-FFF2-40B4-BE49-F238E27FC236}">
                <a16:creationId xmlns:a16="http://schemas.microsoft.com/office/drawing/2014/main" id="{9D1CA9F9-435D-4738-9B02-35722618D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415" y="3871913"/>
            <a:ext cx="174117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13" b="0">
                <a:solidFill>
                  <a:srgbClr val="4C4C4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4C4C4C"/>
                </a:solidFill>
                <a:latin typeface="Arial"/>
                <a:ea typeface="Arial"/>
                <a:cs typeface="Arial"/>
              </a:rPr>
              <a:t>03_flow_lines.svg</a:t>
            </a:r>
          </a:p>
        </p:txBody>
      </p:sp>
      <p:sp>
        <p:nvSpPr>
          <p:cNvPr id="18" name="surface-8-4">
            <a:extLst xmlns:a="http://schemas.openxmlformats.org/drawingml/2006/main">
              <a:ext uri="{FF2B5EF4-FFF2-40B4-BE49-F238E27FC236}">
                <a16:creationId xmlns:a16="http://schemas.microsoft.com/office/drawing/2014/main" id="{5BE15509-81FC-4CB4-8F9D-339A267C8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9010" y="1952625"/>
            <a:ext cx="2026920" cy="2185988"/>
          </a:xfrm>
          <a:prstGeom xmlns:a="http://schemas.openxmlformats.org/drawingml/2006/main" prst="roundRect">
            <a:avLst>
              <a:gd name="adj" fmla="val 56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3D8F1"/>
            </a:solidFill>
            <a:prstDash val="solid"/>
          </a:ln>
        </p:spPr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25cb6258d24c64">
            <a:extLst>
              <a:ext uri="{96DAC541-7B7A-43D3-8B79-37D633B846F1}">
                <asvg:svgBlip xmlns:asvg="http://schemas.microsoft.com/office/drawing/2016/SVG/main" r:embed="R8d5aafb54a0e45f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433310" y="2047875"/>
            <a:ext cx="1798320" cy="1481138"/>
          </a:xfrm>
          <a:prstGeom xmlns:a="http://schemas.openxmlformats.org/drawingml/2006/main" prst="rect">
            <a:avLst/>
          </a:prstGeom>
        </p:spPr>
      </p:pic>
      <p:sp>
        <p:nvSpPr>
          <p:cNvPr id="20" name="label-8-4">
            <a:extLst xmlns:a="http://schemas.openxmlformats.org/drawingml/2006/main">
              <a:ext uri="{FF2B5EF4-FFF2-40B4-BE49-F238E27FC236}">
                <a16:creationId xmlns:a16="http://schemas.microsoft.com/office/drawing/2014/main" id="{19309518-0FC8-4E51-A84A-E33E67BF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885" y="3614738"/>
            <a:ext cx="174117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2523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232A"/>
                </a:solidFill>
                <a:latin typeface="Arial"/>
                <a:ea typeface="Arial"/>
                <a:cs typeface="Arial"/>
              </a:rPr>
              <a:t>Node Network</a:t>
            </a:r>
          </a:p>
        </p:txBody>
      </p:sp>
      <p:sp>
        <p:nvSpPr>
          <p:cNvPr id="21" name="filename-8-4">
            <a:extLst xmlns:a="http://schemas.openxmlformats.org/drawingml/2006/main">
              <a:ext uri="{FF2B5EF4-FFF2-40B4-BE49-F238E27FC236}">
                <a16:creationId xmlns:a16="http://schemas.microsoft.com/office/drawing/2014/main" id="{CBC9F1C1-71DD-4484-8BF0-CA04291F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885" y="3871913"/>
            <a:ext cx="174117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13" b="0">
                <a:solidFill>
                  <a:srgbClr val="4C4C4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4C4C4C"/>
                </a:solidFill>
                <a:latin typeface="Arial"/>
                <a:ea typeface="Arial"/>
                <a:cs typeface="Arial"/>
              </a:rPr>
              <a:t>04_node_network.svg</a:t>
            </a:r>
          </a:p>
        </p:txBody>
      </p:sp>
      <p:sp>
        <p:nvSpPr>
          <p:cNvPr id="22" name="surface-8-5">
            <a:extLst xmlns:a="http://schemas.openxmlformats.org/drawingml/2006/main">
              <a:ext uri="{FF2B5EF4-FFF2-40B4-BE49-F238E27FC236}">
                <a16:creationId xmlns:a16="http://schemas.microsoft.com/office/drawing/2014/main" id="{86232F66-6B16-473D-A010-3B28256E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1952625"/>
            <a:ext cx="2026920" cy="2185988"/>
          </a:xfrm>
          <a:prstGeom xmlns:a="http://schemas.openxmlformats.org/drawingml/2006/main" prst="roundRect">
            <a:avLst>
              <a:gd name="adj" fmla="val 56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3D8F1"/>
            </a:solidFill>
            <a:prstDash val="solid"/>
          </a:ln>
        </p:spPr>
      </p:sp>
      <p:pic>
        <p:nvPicPr>
          <p:cNvPr id="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66277a26c34be4">
            <a:extLst>
              <a:ext uri="{96DAC541-7B7A-43D3-8B79-37D633B846F1}">
                <asvg:svgBlip xmlns:asvg="http://schemas.microsoft.com/office/drawing/2016/SVG/main" r:embed="Ra76226955cb54be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69780" y="2047875"/>
            <a:ext cx="1798320" cy="1481138"/>
          </a:xfrm>
          <a:prstGeom xmlns:a="http://schemas.openxmlformats.org/drawingml/2006/main" prst="rect">
            <a:avLst/>
          </a:prstGeom>
        </p:spPr>
      </p:pic>
      <p:sp>
        <p:nvSpPr>
          <p:cNvPr id="24" name="label-8-5">
            <a:extLst xmlns:a="http://schemas.openxmlformats.org/drawingml/2006/main">
              <a:ext uri="{FF2B5EF4-FFF2-40B4-BE49-F238E27FC236}">
                <a16:creationId xmlns:a16="http://schemas.microsoft.com/office/drawing/2014/main" id="{99A970DB-7059-4F3B-BB14-377F0E8A0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8355" y="3614738"/>
            <a:ext cx="174117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2523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232A"/>
                </a:solidFill>
                <a:latin typeface="Arial"/>
                <a:ea typeface="Arial"/>
                <a:cs typeface="Arial"/>
              </a:rPr>
              <a:t>Dot Pattern</a:t>
            </a:r>
          </a:p>
        </p:txBody>
      </p:sp>
      <p:sp>
        <p:nvSpPr>
          <p:cNvPr id="25" name="filename-8-5">
            <a:extLst xmlns:a="http://schemas.openxmlformats.org/drawingml/2006/main">
              <a:ext uri="{FF2B5EF4-FFF2-40B4-BE49-F238E27FC236}">
                <a16:creationId xmlns:a16="http://schemas.microsoft.com/office/drawing/2014/main" id="{CB202146-0BDA-4CAA-BB1F-5756DD91E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8355" y="3871913"/>
            <a:ext cx="174117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13" b="0">
                <a:solidFill>
                  <a:srgbClr val="4C4C4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4C4C4C"/>
                </a:solidFill>
                <a:latin typeface="Arial"/>
                <a:ea typeface="Arial"/>
                <a:cs typeface="Arial"/>
              </a:rPr>
              <a:t>05_dot_pattern.svg</a:t>
            </a:r>
          </a:p>
        </p:txBody>
      </p:sp>
      <p:sp>
        <p:nvSpPr>
          <p:cNvPr id="26" name="surface-8-6">
            <a:extLst xmlns:a="http://schemas.openxmlformats.org/drawingml/2006/main">
              <a:ext uri="{FF2B5EF4-FFF2-40B4-BE49-F238E27FC236}">
                <a16:creationId xmlns:a16="http://schemas.microsoft.com/office/drawing/2014/main" id="{41008AF2-3456-4976-88C1-5264F1E7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10063"/>
            <a:ext cx="2026920" cy="2185988"/>
          </a:xfrm>
          <a:prstGeom xmlns:a="http://schemas.openxmlformats.org/drawingml/2006/main" prst="roundRect">
            <a:avLst>
              <a:gd name="adj" fmla="val 56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3D8F1"/>
            </a:solidFill>
            <a:prstDash val="solid"/>
          </a:ln>
        </p:spPr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053009819940da">
            <a:extLst>
              <a:ext uri="{96DAC541-7B7A-43D3-8B79-37D633B846F1}">
                <asvg:svgBlip xmlns:asvg="http://schemas.microsoft.com/office/drawing/2016/SVG/main" r:embed="R121860318b7f4fb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23900" y="4405313"/>
            <a:ext cx="1798320" cy="1481138"/>
          </a:xfrm>
          <a:prstGeom xmlns:a="http://schemas.openxmlformats.org/drawingml/2006/main" prst="rect">
            <a:avLst/>
          </a:prstGeom>
        </p:spPr>
      </p:pic>
      <p:sp>
        <p:nvSpPr>
          <p:cNvPr id="28" name="label-8-6">
            <a:extLst xmlns:a="http://schemas.openxmlformats.org/drawingml/2006/main">
              <a:ext uri="{FF2B5EF4-FFF2-40B4-BE49-F238E27FC236}">
                <a16:creationId xmlns:a16="http://schemas.microsoft.com/office/drawing/2014/main" id="{2CDE9CBD-1AD5-4DCF-A57A-1454229F4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972175"/>
            <a:ext cx="174117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2523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232A"/>
                </a:solidFill>
                <a:latin typeface="Arial"/>
                <a:ea typeface="Arial"/>
                <a:cs typeface="Arial"/>
              </a:rPr>
              <a:t>Sparkle Cluster</a:t>
            </a:r>
          </a:p>
        </p:txBody>
      </p:sp>
      <p:sp>
        <p:nvSpPr>
          <p:cNvPr id="29" name="filename-8-6">
            <a:extLst xmlns:a="http://schemas.openxmlformats.org/drawingml/2006/main">
              <a:ext uri="{FF2B5EF4-FFF2-40B4-BE49-F238E27FC236}">
                <a16:creationId xmlns:a16="http://schemas.microsoft.com/office/drawing/2014/main" id="{5DEB7FFD-9172-43F3-8B63-79466354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6229350"/>
            <a:ext cx="174117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13" b="0">
                <a:solidFill>
                  <a:srgbClr val="4C4C4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4C4C4C"/>
                </a:solidFill>
                <a:latin typeface="Arial"/>
                <a:ea typeface="Arial"/>
                <a:cs typeface="Arial"/>
              </a:rPr>
              <a:t>06_sparkle_cluster.svg</a:t>
            </a:r>
          </a:p>
        </p:txBody>
      </p:sp>
      <p:sp>
        <p:nvSpPr>
          <p:cNvPr id="30" name="surface-8-7">
            <a:extLst xmlns:a="http://schemas.openxmlformats.org/drawingml/2006/main">
              <a:ext uri="{FF2B5EF4-FFF2-40B4-BE49-F238E27FC236}">
                <a16:creationId xmlns:a16="http://schemas.microsoft.com/office/drawing/2014/main" id="{0F38A790-5477-4F85-9AD0-11821451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070" y="4310063"/>
            <a:ext cx="2026920" cy="2185988"/>
          </a:xfrm>
          <a:prstGeom xmlns:a="http://schemas.openxmlformats.org/drawingml/2006/main" prst="roundRect">
            <a:avLst>
              <a:gd name="adj" fmla="val 56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3D8F1"/>
            </a:solidFill>
            <a:prstDash val="solid"/>
          </a:ln>
        </p:spPr>
      </p:sp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0ec746c4554d45">
            <a:extLst>
              <a:ext uri="{96DAC541-7B7A-43D3-8B79-37D633B846F1}">
                <asvg:svgBlip xmlns:asvg="http://schemas.microsoft.com/office/drawing/2016/SVG/main" r:embed="R166f40e358004c2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960370" y="4405313"/>
            <a:ext cx="1798320" cy="1481138"/>
          </a:xfrm>
          <a:prstGeom xmlns:a="http://schemas.openxmlformats.org/drawingml/2006/main" prst="rect">
            <a:avLst/>
          </a:prstGeom>
        </p:spPr>
      </p:pic>
      <p:sp>
        <p:nvSpPr>
          <p:cNvPr id="32" name="label-8-7">
            <a:extLst xmlns:a="http://schemas.openxmlformats.org/drawingml/2006/main">
              <a:ext uri="{FF2B5EF4-FFF2-40B4-BE49-F238E27FC236}">
                <a16:creationId xmlns:a16="http://schemas.microsoft.com/office/drawing/2014/main" id="{BAC90581-78F5-4B0B-AFE2-9220BFCFC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8945" y="5972175"/>
            <a:ext cx="174117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2523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232A"/>
                </a:solidFill>
                <a:latin typeface="Arial"/>
                <a:ea typeface="Arial"/>
                <a:cs typeface="Arial"/>
              </a:rPr>
              <a:t>Corner Arc</a:t>
            </a:r>
          </a:p>
        </p:txBody>
      </p:sp>
      <p:sp>
        <p:nvSpPr>
          <p:cNvPr id="33" name="filename-8-7">
            <a:extLst xmlns:a="http://schemas.openxmlformats.org/drawingml/2006/main">
              <a:ext uri="{FF2B5EF4-FFF2-40B4-BE49-F238E27FC236}">
                <a16:creationId xmlns:a16="http://schemas.microsoft.com/office/drawing/2014/main" id="{BD57B667-BC44-4915-9374-4FD9A0D3B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8945" y="6229350"/>
            <a:ext cx="174117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13" b="0">
                <a:solidFill>
                  <a:srgbClr val="4C4C4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4C4C4C"/>
                </a:solidFill>
                <a:latin typeface="Arial"/>
                <a:ea typeface="Arial"/>
                <a:cs typeface="Arial"/>
              </a:rPr>
              <a:t>07_corner_arc.svg</a:t>
            </a:r>
          </a:p>
        </p:txBody>
      </p:sp>
      <p:sp>
        <p:nvSpPr>
          <p:cNvPr id="34" name="surface-8-8">
            <a:extLst xmlns:a="http://schemas.openxmlformats.org/drawingml/2006/main">
              <a:ext uri="{FF2B5EF4-FFF2-40B4-BE49-F238E27FC236}">
                <a16:creationId xmlns:a16="http://schemas.microsoft.com/office/drawing/2014/main" id="{9E463452-CD41-43BB-ABEC-00829A87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540" y="4310063"/>
            <a:ext cx="2026920" cy="2185988"/>
          </a:xfrm>
          <a:prstGeom xmlns:a="http://schemas.openxmlformats.org/drawingml/2006/main" prst="roundRect">
            <a:avLst>
              <a:gd name="adj" fmla="val 56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3D8F1"/>
            </a:solidFill>
            <a:prstDash val="solid"/>
          </a:ln>
        </p:spPr>
      </p:sp>
      <p:pic>
        <p:nvPicPr>
          <p:cNvPr id="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9af4a3eedf45eb">
            <a:extLst>
              <a:ext uri="{96DAC541-7B7A-43D3-8B79-37D633B846F1}">
                <asvg:svgBlip xmlns:asvg="http://schemas.microsoft.com/office/drawing/2016/SVG/main" r:embed="R333fd8589c66454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196840" y="4405313"/>
            <a:ext cx="1798320" cy="1481138"/>
          </a:xfrm>
          <a:prstGeom xmlns:a="http://schemas.openxmlformats.org/drawingml/2006/main" prst="rect">
            <a:avLst/>
          </a:prstGeom>
        </p:spPr>
      </p:pic>
      <p:sp>
        <p:nvSpPr>
          <p:cNvPr id="36" name="label-8-8">
            <a:extLst xmlns:a="http://schemas.openxmlformats.org/drawingml/2006/main">
              <a:ext uri="{FF2B5EF4-FFF2-40B4-BE49-F238E27FC236}">
                <a16:creationId xmlns:a16="http://schemas.microsoft.com/office/drawing/2014/main" id="{4FCA6A10-F372-4CB3-9AE8-D4096753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415" y="5972175"/>
            <a:ext cx="174117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2523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232A"/>
                </a:solidFill>
                <a:latin typeface="Arial"/>
                <a:ea typeface="Arial"/>
                <a:cs typeface="Arial"/>
              </a:rPr>
              <a:t>Glass Card</a:t>
            </a:r>
          </a:p>
        </p:txBody>
      </p:sp>
      <p:sp>
        <p:nvSpPr>
          <p:cNvPr id="37" name="filename-8-8">
            <a:extLst xmlns:a="http://schemas.openxmlformats.org/drawingml/2006/main">
              <a:ext uri="{FF2B5EF4-FFF2-40B4-BE49-F238E27FC236}">
                <a16:creationId xmlns:a16="http://schemas.microsoft.com/office/drawing/2014/main" id="{83464653-6708-4CB4-83D4-5CEAB4874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415" y="6229350"/>
            <a:ext cx="174117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13" b="0">
                <a:solidFill>
                  <a:srgbClr val="4C4C4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4C4C4C"/>
                </a:solidFill>
                <a:latin typeface="Arial"/>
                <a:ea typeface="Arial"/>
                <a:cs typeface="Arial"/>
              </a:rPr>
              <a:t>08_glass_card.svg</a:t>
            </a:r>
          </a:p>
        </p:txBody>
      </p:sp>
      <p:sp>
        <p:nvSpPr>
          <p:cNvPr id="38" name="surface-8-9">
            <a:extLst xmlns:a="http://schemas.openxmlformats.org/drawingml/2006/main">
              <a:ext uri="{FF2B5EF4-FFF2-40B4-BE49-F238E27FC236}">
                <a16:creationId xmlns:a16="http://schemas.microsoft.com/office/drawing/2014/main" id="{C931C432-C0F3-4ACC-8B63-3143DC308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9010" y="4310063"/>
            <a:ext cx="2026920" cy="2185988"/>
          </a:xfrm>
          <a:prstGeom xmlns:a="http://schemas.openxmlformats.org/drawingml/2006/main" prst="roundRect">
            <a:avLst>
              <a:gd name="adj" fmla="val 56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3D8F1"/>
            </a:solidFill>
            <a:prstDash val="solid"/>
          </a:ln>
        </p:spPr>
      </p:sp>
      <p:pic>
        <p:nvPicPr>
          <p:cNvPr id="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98b864df694258">
            <a:extLst>
              <a:ext uri="{96DAC541-7B7A-43D3-8B79-37D633B846F1}">
                <asvg:svgBlip xmlns:asvg="http://schemas.microsoft.com/office/drawing/2016/SVG/main" r:embed="Rebf8a3cbd7fa46f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433310" y="4405313"/>
            <a:ext cx="1798320" cy="1481138"/>
          </a:xfrm>
          <a:prstGeom xmlns:a="http://schemas.openxmlformats.org/drawingml/2006/main" prst="rect">
            <a:avLst/>
          </a:prstGeom>
        </p:spPr>
      </p:pic>
      <p:sp>
        <p:nvSpPr>
          <p:cNvPr id="40" name="label-8-9">
            <a:extLst xmlns:a="http://schemas.openxmlformats.org/drawingml/2006/main">
              <a:ext uri="{FF2B5EF4-FFF2-40B4-BE49-F238E27FC236}">
                <a16:creationId xmlns:a16="http://schemas.microsoft.com/office/drawing/2014/main" id="{5904C5C2-BD74-4CC4-ABA5-5E4D241FB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885" y="5972175"/>
            <a:ext cx="174117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2523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232A"/>
                </a:solidFill>
                <a:latin typeface="Arial"/>
                <a:ea typeface="Arial"/>
                <a:cs typeface="Arial"/>
              </a:rPr>
              <a:t>Aurora Band</a:t>
            </a:r>
          </a:p>
        </p:txBody>
      </p:sp>
      <p:sp>
        <p:nvSpPr>
          <p:cNvPr id="41" name="filename-8-9">
            <a:extLst xmlns:a="http://schemas.openxmlformats.org/drawingml/2006/main">
              <a:ext uri="{FF2B5EF4-FFF2-40B4-BE49-F238E27FC236}">
                <a16:creationId xmlns:a16="http://schemas.microsoft.com/office/drawing/2014/main" id="{FBDAC6F3-6A8A-4670-8B59-7A35A2FD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885" y="6229350"/>
            <a:ext cx="174117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13" b="0">
                <a:solidFill>
                  <a:srgbClr val="4C4C4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4C4C4C"/>
                </a:solidFill>
                <a:latin typeface="Arial"/>
                <a:ea typeface="Arial"/>
                <a:cs typeface="Arial"/>
              </a:rPr>
              <a:t>09_aurora_band.svg</a:t>
            </a:r>
          </a:p>
        </p:txBody>
      </p:sp>
      <p:sp>
        <p:nvSpPr>
          <p:cNvPr id="42" name="surface-8-10">
            <a:extLst xmlns:a="http://schemas.openxmlformats.org/drawingml/2006/main">
              <a:ext uri="{FF2B5EF4-FFF2-40B4-BE49-F238E27FC236}">
                <a16:creationId xmlns:a16="http://schemas.microsoft.com/office/drawing/2014/main" id="{C5D46061-684C-4705-B97C-4CA4514DA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4310063"/>
            <a:ext cx="2026920" cy="2185988"/>
          </a:xfrm>
          <a:prstGeom xmlns:a="http://schemas.openxmlformats.org/drawingml/2006/main" prst="roundRect">
            <a:avLst>
              <a:gd name="adj" fmla="val 56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3D8F1"/>
            </a:solidFill>
            <a:prstDash val="solid"/>
          </a:ln>
        </p:spPr>
      </p:sp>
      <p:pic>
        <p:nvPicPr>
          <p:cNvPr id="1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5202a373314f2b">
            <a:extLst>
              <a:ext uri="{96DAC541-7B7A-43D3-8B79-37D633B846F1}">
                <asvg:svgBlip xmlns:asvg="http://schemas.microsoft.com/office/drawing/2016/SVG/main" r:embed="Re99e6c10398345c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69780" y="4405313"/>
            <a:ext cx="1798320" cy="1481138"/>
          </a:xfrm>
          <a:prstGeom xmlns:a="http://schemas.openxmlformats.org/drawingml/2006/main" prst="rect">
            <a:avLst/>
          </a:prstGeom>
        </p:spPr>
      </p:pic>
      <p:sp>
        <p:nvSpPr>
          <p:cNvPr id="44" name="label-8-10">
            <a:extLst xmlns:a="http://schemas.openxmlformats.org/drawingml/2006/main">
              <a:ext uri="{FF2B5EF4-FFF2-40B4-BE49-F238E27FC236}">
                <a16:creationId xmlns:a16="http://schemas.microsoft.com/office/drawing/2014/main" id="{A2F88F4D-A56F-4A57-8B0F-E381C513F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8355" y="5972175"/>
            <a:ext cx="174117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2523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232A"/>
                </a:solidFill>
                <a:latin typeface="Arial"/>
                <a:ea typeface="Arial"/>
                <a:cs typeface="Arial"/>
              </a:rPr>
              <a:t>Soft Grid</a:t>
            </a:r>
          </a:p>
        </p:txBody>
      </p:sp>
      <p:sp>
        <p:nvSpPr>
          <p:cNvPr id="45" name="filename-8-10">
            <a:extLst xmlns:a="http://schemas.openxmlformats.org/drawingml/2006/main">
              <a:ext uri="{FF2B5EF4-FFF2-40B4-BE49-F238E27FC236}">
                <a16:creationId xmlns:a16="http://schemas.microsoft.com/office/drawing/2014/main" id="{821BCE72-2B7B-4FA9-B436-FF07D518E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8355" y="6229350"/>
            <a:ext cx="174117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13" b="0">
                <a:solidFill>
                  <a:srgbClr val="4C4C4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4C4C4C"/>
                </a:solidFill>
                <a:latin typeface="Arial"/>
                <a:ea typeface="Arial"/>
                <a:cs typeface="Arial"/>
              </a:rPr>
              <a:t>10_soft_grid.svg</a:t>
            </a:r>
          </a:p>
        </p:txBody>
      </p:sp>
      <p:pic>
        <p:nvPicPr>
          <p:cNvPr id="1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efebea1aeb425c"/>
          <a:stretch xmlns:a="http://schemas.openxmlformats.org/drawingml/2006/main"/>
        </p:blipFill>
        <p:spPr>
          <a:xfrm xmlns:a="http://schemas.openxmlformats.org/drawingml/2006/main">
            <a:off x="9648825" y="288188"/>
            <a:ext cx="1257300" cy="290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532798"/>
      </p:ext>
    </p:extLst>
  </p:cSld>
</p:sld>
</file>

<file path=ppt/slides/slide9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8EEF0"/>
            </a:gs>
            <a:gs pos="58000">
              <a:srgbClr val="FAF8F1"/>
            </a:gs>
            <a:gs pos="100000">
              <a:srgbClr val="B9BCEB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ection-9">
            <a:extLst xmlns:a="http://schemas.openxmlformats.org/drawingml/2006/main">
              <a:ext uri="{FF2B5EF4-FFF2-40B4-BE49-F238E27FC236}">
                <a16:creationId xmlns:a16="http://schemas.microsoft.com/office/drawing/2014/main" id="{9FC3C88C-4758-49B7-BE4B-A234F2B5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7048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48C8"/>
                </a:solidFill>
                <a:latin typeface="Arial"/>
                <a:ea typeface="Arial"/>
                <a:cs typeface="Arial"/>
              </a:rPr>
              <a:t>COMPONENTS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024F4503-2685-4DD8-818C-12238F5B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25232A"/>
                </a:solidFill>
                <a:latin typeface="PingFang SC"/>
                <a:ea typeface="PingFang SC"/>
                <a:cs typeface="PingFang SC"/>
              </a:defRPr>
            </a:pPr>
            <a:r>
              <a:rPr sz="3675" b="1">
                <a:solidFill>
                  <a:srgbClr val="25232A"/>
                </a:solidFill>
                <a:latin typeface="PingFang SC"/>
                <a:ea typeface="PingFang SC"/>
                <a:cs typeface="PingFang SC"/>
              </a:rPr>
              <a:t>六个高频演示组件，直接改字即可</a:t>
            </a:r>
          </a:p>
        </p:txBody>
      </p:sp>
      <p:sp>
        <p:nvSpPr>
          <p:cNvPr id="3" name="subtitle-9">
            <a:extLst xmlns:a="http://schemas.openxmlformats.org/drawingml/2006/main">
              <a:ext uri="{FF2B5EF4-FFF2-40B4-BE49-F238E27FC236}">
                <a16:creationId xmlns:a16="http://schemas.microsoft.com/office/drawing/2014/main" id="{A96B226B-1B03-469B-8636-5C820677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4C4C4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4C4C4C"/>
                </a:solidFill>
                <a:latin typeface="PingFang SC"/>
                <a:ea typeface="PingFang SC"/>
                <a:cs typeface="PingFang SC"/>
              </a:rPr>
              <a:t>组件内保留占位文字；导入 Canva 后建议用原生文本框替换，以获得最佳编辑体验。</a:t>
            </a:r>
          </a:p>
        </p:txBody>
      </p:sp>
      <p:sp>
        <p:nvSpPr>
          <p:cNvPr id="4" name="page-9">
            <a:extLst xmlns:a="http://schemas.openxmlformats.org/drawingml/2006/main">
              <a:ext uri="{FF2B5EF4-FFF2-40B4-BE49-F238E27FC236}">
                <a16:creationId xmlns:a16="http://schemas.microsoft.com/office/drawing/2014/main" id="{1A00BD2F-285F-4E86-A2AE-E79906CD0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381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350" b="1">
                <a:solidFill>
                  <a:srgbClr val="B9BC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9BCE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header-rule-9">
            <a:extLst xmlns:a="http://schemas.openxmlformats.org/drawingml/2006/main">
              <a:ext uri="{FF2B5EF4-FFF2-40B4-BE49-F238E27FC236}">
                <a16:creationId xmlns:a16="http://schemas.microsoft.com/office/drawing/2014/main" id="{62D399B4-8ECC-4013-B157-D5406E292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urface-9-1">
            <a:extLst xmlns:a="http://schemas.openxmlformats.org/drawingml/2006/main">
              <a:ext uri="{FF2B5EF4-FFF2-40B4-BE49-F238E27FC236}">
                <a16:creationId xmlns:a16="http://schemas.microsoft.com/office/drawing/2014/main" id="{66ED1831-8E6B-4737-BF83-F68152123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3517900" cy="2185988"/>
          </a:xfrm>
          <a:prstGeom xmlns:a="http://schemas.openxmlformats.org/drawingml/2006/main" prst="roundRect">
            <a:avLst>
              <a:gd name="adj" fmla="val 5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3D8F1"/>
            </a:solidFill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c10ebe4cda4c2d">
            <a:extLst>
              <a:ext uri="{96DAC541-7B7A-43D3-8B79-37D633B846F1}">
                <asvg:svgBlip xmlns:asvg="http://schemas.microsoft.com/office/drawing/2016/SVG/main" r:embed="Rcf4559731bdb4d2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23900" y="2047875"/>
            <a:ext cx="3289300" cy="1481138"/>
          </a:xfrm>
          <a:prstGeom xmlns:a="http://schemas.openxmlformats.org/drawingml/2006/main" prst="rect">
            <a:avLst/>
          </a:prstGeom>
        </p:spPr>
      </p:pic>
      <p:sp>
        <p:nvSpPr>
          <p:cNvPr id="8" name="label-9-1">
            <a:extLst xmlns:a="http://schemas.openxmlformats.org/drawingml/2006/main">
              <a:ext uri="{FF2B5EF4-FFF2-40B4-BE49-F238E27FC236}">
                <a16:creationId xmlns:a16="http://schemas.microsoft.com/office/drawing/2014/main" id="{640063B6-3096-44C8-9548-498274FE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614738"/>
            <a:ext cx="3232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2523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232A"/>
                </a:solidFill>
                <a:latin typeface="Arial"/>
                <a:ea typeface="Arial"/>
                <a:cs typeface="Arial"/>
              </a:rPr>
              <a:t>Speaker Card</a:t>
            </a:r>
          </a:p>
        </p:txBody>
      </p:sp>
      <p:sp>
        <p:nvSpPr>
          <p:cNvPr id="9" name="filename-9-1">
            <a:extLst xmlns:a="http://schemas.openxmlformats.org/drawingml/2006/main">
              <a:ext uri="{FF2B5EF4-FFF2-40B4-BE49-F238E27FC236}">
                <a16:creationId xmlns:a16="http://schemas.microsoft.com/office/drawing/2014/main" id="{EDF66EB7-AAB2-44A8-A4DC-B245DD95D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871913"/>
            <a:ext cx="323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13" b="0">
                <a:solidFill>
                  <a:srgbClr val="4C4C4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4C4C4C"/>
                </a:solidFill>
                <a:latin typeface="Arial"/>
                <a:ea typeface="Arial"/>
                <a:cs typeface="Arial"/>
              </a:rPr>
              <a:t>01_speaker_card.svg</a:t>
            </a:r>
          </a:p>
        </p:txBody>
      </p:sp>
      <p:sp>
        <p:nvSpPr>
          <p:cNvPr id="10" name="surface-9-2">
            <a:extLst xmlns:a="http://schemas.openxmlformats.org/drawingml/2006/main">
              <a:ext uri="{FF2B5EF4-FFF2-40B4-BE49-F238E27FC236}">
                <a16:creationId xmlns:a16="http://schemas.microsoft.com/office/drawing/2014/main" id="{9D13398B-219F-43C3-B706-3468D8D3D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050" y="1952625"/>
            <a:ext cx="3517900" cy="2185988"/>
          </a:xfrm>
          <a:prstGeom xmlns:a="http://schemas.openxmlformats.org/drawingml/2006/main" prst="roundRect">
            <a:avLst>
              <a:gd name="adj" fmla="val 5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3D8F1"/>
            </a:solidFill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e84744d1e64a62">
            <a:extLst>
              <a:ext uri="{96DAC541-7B7A-43D3-8B79-37D633B846F1}">
                <asvg:svgBlip xmlns:asvg="http://schemas.microsoft.com/office/drawing/2016/SVG/main" r:embed="R458d3c4a36ad4f9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51350" y="2047875"/>
            <a:ext cx="3289300" cy="1481138"/>
          </a:xfrm>
          <a:prstGeom xmlns:a="http://schemas.openxmlformats.org/drawingml/2006/main" prst="rect">
            <a:avLst/>
          </a:prstGeom>
        </p:spPr>
      </p:pic>
      <p:sp>
        <p:nvSpPr>
          <p:cNvPr id="12" name="label-9-2">
            <a:extLst xmlns:a="http://schemas.openxmlformats.org/drawingml/2006/main">
              <a:ext uri="{FF2B5EF4-FFF2-40B4-BE49-F238E27FC236}">
                <a16:creationId xmlns:a16="http://schemas.microsoft.com/office/drawing/2014/main" id="{24DBFE23-9371-41F3-B10B-8CC6AE62E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9925" y="3614738"/>
            <a:ext cx="3232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2523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232A"/>
                </a:solidFill>
                <a:latin typeface="Arial"/>
                <a:ea typeface="Arial"/>
                <a:cs typeface="Arial"/>
              </a:rPr>
              <a:t>Agenda Block</a:t>
            </a:r>
          </a:p>
        </p:txBody>
      </p:sp>
      <p:sp>
        <p:nvSpPr>
          <p:cNvPr id="13" name="filename-9-2">
            <a:extLst xmlns:a="http://schemas.openxmlformats.org/drawingml/2006/main">
              <a:ext uri="{FF2B5EF4-FFF2-40B4-BE49-F238E27FC236}">
                <a16:creationId xmlns:a16="http://schemas.microsoft.com/office/drawing/2014/main" id="{2C63C18B-3938-4F6F-A0D1-0D09B8B2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9925" y="3871913"/>
            <a:ext cx="323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13" b="0">
                <a:solidFill>
                  <a:srgbClr val="4C4C4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4C4C4C"/>
                </a:solidFill>
                <a:latin typeface="Arial"/>
                <a:ea typeface="Arial"/>
                <a:cs typeface="Arial"/>
              </a:rPr>
              <a:t>02_agenda_block.svg</a:t>
            </a:r>
          </a:p>
        </p:txBody>
      </p:sp>
      <p:sp>
        <p:nvSpPr>
          <p:cNvPr id="14" name="surface-9-3">
            <a:extLst xmlns:a="http://schemas.openxmlformats.org/drawingml/2006/main">
              <a:ext uri="{FF2B5EF4-FFF2-40B4-BE49-F238E27FC236}">
                <a16:creationId xmlns:a16="http://schemas.microsoft.com/office/drawing/2014/main" id="{33CB6B05-2867-4988-9BDE-3FC5735E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1952625"/>
            <a:ext cx="3517900" cy="2185988"/>
          </a:xfrm>
          <a:prstGeom xmlns:a="http://schemas.openxmlformats.org/drawingml/2006/main" prst="roundRect">
            <a:avLst>
              <a:gd name="adj" fmla="val 5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3D8F1"/>
            </a:solidFill>
            <a:prstDash val="solid"/>
          </a:ln>
        </p:spPr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fe752144474fba">
            <a:extLst>
              <a:ext uri="{96DAC541-7B7A-43D3-8B79-37D633B846F1}">
                <asvg:svgBlip xmlns:asvg="http://schemas.microsoft.com/office/drawing/2016/SVG/main" r:embed="R20f548b94a6b47b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178800" y="2047875"/>
            <a:ext cx="3289300" cy="1481138"/>
          </a:xfrm>
          <a:prstGeom xmlns:a="http://schemas.openxmlformats.org/drawingml/2006/main" prst="rect">
            <a:avLst/>
          </a:prstGeom>
        </p:spPr>
      </p:pic>
      <p:sp>
        <p:nvSpPr>
          <p:cNvPr id="16" name="label-9-3">
            <a:extLst xmlns:a="http://schemas.openxmlformats.org/drawingml/2006/main">
              <a:ext uri="{FF2B5EF4-FFF2-40B4-BE49-F238E27FC236}">
                <a16:creationId xmlns:a16="http://schemas.microsoft.com/office/drawing/2014/main" id="{4D1BB0EA-6A4B-4EDB-86D6-7B9F8418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7375" y="3614738"/>
            <a:ext cx="3232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2523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232A"/>
                </a:solidFill>
                <a:latin typeface="Arial"/>
                <a:ea typeface="Arial"/>
                <a:cs typeface="Arial"/>
              </a:rPr>
              <a:t>Workshop Exercise</a:t>
            </a:r>
          </a:p>
        </p:txBody>
      </p:sp>
      <p:sp>
        <p:nvSpPr>
          <p:cNvPr id="17" name="filename-9-3">
            <a:extLst xmlns:a="http://schemas.openxmlformats.org/drawingml/2006/main">
              <a:ext uri="{FF2B5EF4-FFF2-40B4-BE49-F238E27FC236}">
                <a16:creationId xmlns:a16="http://schemas.microsoft.com/office/drawing/2014/main" id="{669AF7EC-817D-4835-9824-540A5048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7375" y="3871913"/>
            <a:ext cx="323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13" b="0">
                <a:solidFill>
                  <a:srgbClr val="4C4C4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4C4C4C"/>
                </a:solidFill>
                <a:latin typeface="Arial"/>
                <a:ea typeface="Arial"/>
                <a:cs typeface="Arial"/>
              </a:rPr>
              <a:t>03_workshop_exercise.svg</a:t>
            </a:r>
          </a:p>
        </p:txBody>
      </p:sp>
      <p:sp>
        <p:nvSpPr>
          <p:cNvPr id="18" name="surface-9-4">
            <a:extLst xmlns:a="http://schemas.openxmlformats.org/drawingml/2006/main">
              <a:ext uri="{FF2B5EF4-FFF2-40B4-BE49-F238E27FC236}">
                <a16:creationId xmlns:a16="http://schemas.microsoft.com/office/drawing/2014/main" id="{7DF66C44-A784-491A-8F67-CB751A92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10063"/>
            <a:ext cx="3517900" cy="2185988"/>
          </a:xfrm>
          <a:prstGeom xmlns:a="http://schemas.openxmlformats.org/drawingml/2006/main" prst="roundRect">
            <a:avLst>
              <a:gd name="adj" fmla="val 5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3D8F1"/>
            </a:solidFill>
            <a:prstDash val="solid"/>
          </a:ln>
        </p:spPr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ea68a3b37f44f1">
            <a:extLst>
              <a:ext uri="{96DAC541-7B7A-43D3-8B79-37D633B846F1}">
                <asvg:svgBlip xmlns:asvg="http://schemas.microsoft.com/office/drawing/2016/SVG/main" r:embed="Rc48d050689ec42d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23900" y="4405313"/>
            <a:ext cx="3289300" cy="1481138"/>
          </a:xfrm>
          <a:prstGeom xmlns:a="http://schemas.openxmlformats.org/drawingml/2006/main" prst="rect">
            <a:avLst/>
          </a:prstGeom>
        </p:spPr>
      </p:pic>
      <p:sp>
        <p:nvSpPr>
          <p:cNvPr id="20" name="label-9-4">
            <a:extLst xmlns:a="http://schemas.openxmlformats.org/drawingml/2006/main">
              <a:ext uri="{FF2B5EF4-FFF2-40B4-BE49-F238E27FC236}">
                <a16:creationId xmlns:a16="http://schemas.microsoft.com/office/drawing/2014/main" id="{E7219D72-C56B-4AAA-B19E-83D01D707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972175"/>
            <a:ext cx="3232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2523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232A"/>
                </a:solidFill>
                <a:latin typeface="Arial"/>
                <a:ea typeface="Arial"/>
                <a:cs typeface="Arial"/>
              </a:rPr>
              <a:t>Discussion Question</a:t>
            </a:r>
          </a:p>
        </p:txBody>
      </p:sp>
      <p:sp>
        <p:nvSpPr>
          <p:cNvPr id="21" name="filename-9-4">
            <a:extLst xmlns:a="http://schemas.openxmlformats.org/drawingml/2006/main">
              <a:ext uri="{FF2B5EF4-FFF2-40B4-BE49-F238E27FC236}">
                <a16:creationId xmlns:a16="http://schemas.microsoft.com/office/drawing/2014/main" id="{041FB306-DD13-4713-B889-746EC4BB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6229350"/>
            <a:ext cx="323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13" b="0">
                <a:solidFill>
                  <a:srgbClr val="4C4C4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4C4C4C"/>
                </a:solidFill>
                <a:latin typeface="Arial"/>
                <a:ea typeface="Arial"/>
                <a:cs typeface="Arial"/>
              </a:rPr>
              <a:t>04_discussion_question.svg</a:t>
            </a:r>
          </a:p>
        </p:txBody>
      </p:sp>
      <p:sp>
        <p:nvSpPr>
          <p:cNvPr id="22" name="surface-9-5">
            <a:extLst xmlns:a="http://schemas.openxmlformats.org/drawingml/2006/main">
              <a:ext uri="{FF2B5EF4-FFF2-40B4-BE49-F238E27FC236}">
                <a16:creationId xmlns:a16="http://schemas.microsoft.com/office/drawing/2014/main" id="{99318AE1-A5BD-42C9-BBDE-7CEE051F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050" y="4310063"/>
            <a:ext cx="3517900" cy="2185988"/>
          </a:xfrm>
          <a:prstGeom xmlns:a="http://schemas.openxmlformats.org/drawingml/2006/main" prst="roundRect">
            <a:avLst>
              <a:gd name="adj" fmla="val 5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3D8F1"/>
            </a:solidFill>
            <a:prstDash val="solid"/>
          </a:ln>
        </p:spPr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c75551aff14f54">
            <a:extLst>
              <a:ext uri="{96DAC541-7B7A-43D3-8B79-37D633B846F1}">
                <asvg:svgBlip xmlns:asvg="http://schemas.microsoft.com/office/drawing/2016/SVG/main" r:embed="Rf91e02a6ccd7470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51350" y="4405313"/>
            <a:ext cx="3289300" cy="1481138"/>
          </a:xfrm>
          <a:prstGeom xmlns:a="http://schemas.openxmlformats.org/drawingml/2006/main" prst="rect">
            <a:avLst/>
          </a:prstGeom>
        </p:spPr>
      </p:pic>
      <p:sp>
        <p:nvSpPr>
          <p:cNvPr id="24" name="label-9-5">
            <a:extLst xmlns:a="http://schemas.openxmlformats.org/drawingml/2006/main">
              <a:ext uri="{FF2B5EF4-FFF2-40B4-BE49-F238E27FC236}">
                <a16:creationId xmlns:a16="http://schemas.microsoft.com/office/drawing/2014/main" id="{0CB640FF-E158-4429-A54C-E6FD254E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9925" y="5972175"/>
            <a:ext cx="3232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2523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232A"/>
                </a:solidFill>
                <a:latin typeface="Arial"/>
                <a:ea typeface="Arial"/>
                <a:cs typeface="Arial"/>
              </a:rPr>
              <a:t>Takeaway Card</a:t>
            </a:r>
          </a:p>
        </p:txBody>
      </p:sp>
      <p:sp>
        <p:nvSpPr>
          <p:cNvPr id="25" name="filename-9-5">
            <a:extLst xmlns:a="http://schemas.openxmlformats.org/drawingml/2006/main">
              <a:ext uri="{FF2B5EF4-FFF2-40B4-BE49-F238E27FC236}">
                <a16:creationId xmlns:a16="http://schemas.microsoft.com/office/drawing/2014/main" id="{D93CA74F-3E7D-45FC-9DF8-6C8A24EF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9925" y="6229350"/>
            <a:ext cx="323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13" b="0">
                <a:solidFill>
                  <a:srgbClr val="4C4C4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4C4C4C"/>
                </a:solidFill>
                <a:latin typeface="Arial"/>
                <a:ea typeface="Arial"/>
                <a:cs typeface="Arial"/>
              </a:rPr>
              <a:t>05_takeaway_card.svg</a:t>
            </a:r>
          </a:p>
        </p:txBody>
      </p:sp>
      <p:sp>
        <p:nvSpPr>
          <p:cNvPr id="26" name="surface-9-6">
            <a:extLst xmlns:a="http://schemas.openxmlformats.org/drawingml/2006/main">
              <a:ext uri="{FF2B5EF4-FFF2-40B4-BE49-F238E27FC236}">
                <a16:creationId xmlns:a16="http://schemas.microsoft.com/office/drawing/2014/main" id="{997448AF-F8D9-4447-A4F1-D9E2C5A2D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4310063"/>
            <a:ext cx="3517900" cy="2185988"/>
          </a:xfrm>
          <a:prstGeom xmlns:a="http://schemas.openxmlformats.org/drawingml/2006/main" prst="roundRect">
            <a:avLst>
              <a:gd name="adj" fmla="val 5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3D8F1"/>
            </a:solidFill>
            <a:prstDash val="solid"/>
          </a:ln>
        </p:spPr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da808277674613">
            <a:extLst>
              <a:ext uri="{96DAC541-7B7A-43D3-8B79-37D633B846F1}">
                <asvg:svgBlip xmlns:asvg="http://schemas.microsoft.com/office/drawing/2016/SVG/main" r:embed="R28abd12f21764bc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178800" y="4405313"/>
            <a:ext cx="3289300" cy="1481138"/>
          </a:xfrm>
          <a:prstGeom xmlns:a="http://schemas.openxmlformats.org/drawingml/2006/main" prst="rect">
            <a:avLst/>
          </a:prstGeom>
        </p:spPr>
      </p:pic>
      <p:sp>
        <p:nvSpPr>
          <p:cNvPr id="28" name="label-9-6">
            <a:extLst xmlns:a="http://schemas.openxmlformats.org/drawingml/2006/main">
              <a:ext uri="{FF2B5EF4-FFF2-40B4-BE49-F238E27FC236}">
                <a16:creationId xmlns:a16="http://schemas.microsoft.com/office/drawing/2014/main" id="{7336280D-D893-452C-8214-47DB8D87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7375" y="5972175"/>
            <a:ext cx="3232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2523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232A"/>
                </a:solidFill>
                <a:latin typeface="Arial"/>
                <a:ea typeface="Arial"/>
                <a:cs typeface="Arial"/>
              </a:rPr>
              <a:t>Timeline Step</a:t>
            </a:r>
          </a:p>
        </p:txBody>
      </p:sp>
      <p:sp>
        <p:nvSpPr>
          <p:cNvPr id="29" name="filename-9-6">
            <a:extLst xmlns:a="http://schemas.openxmlformats.org/drawingml/2006/main">
              <a:ext uri="{FF2B5EF4-FFF2-40B4-BE49-F238E27FC236}">
                <a16:creationId xmlns:a16="http://schemas.microsoft.com/office/drawing/2014/main" id="{E6DBCA03-7616-4677-B402-42D193CC2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7375" y="6229350"/>
            <a:ext cx="323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13" b="0">
                <a:solidFill>
                  <a:srgbClr val="4C4C4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4C4C4C"/>
                </a:solidFill>
                <a:latin typeface="Arial"/>
                <a:ea typeface="Arial"/>
                <a:cs typeface="Arial"/>
              </a:rPr>
              <a:t>06_timeline_step.svg</a:t>
            </a:r>
          </a:p>
        </p:txBody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35ff26d222439a"/>
          <a:stretch xmlns:a="http://schemas.openxmlformats.org/drawingml/2006/main"/>
        </p:blipFill>
        <p:spPr>
          <a:xfrm xmlns:a="http://schemas.openxmlformats.org/drawingml/2006/main">
            <a:off x="9648825" y="288188"/>
            <a:ext cx="1257300" cy="290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241575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4C4C4C"/>
            </a:gs>
            <a:gs pos="62000">
              <a:srgbClr val="7048C8"/>
            </a:gs>
            <a:gs pos="100000">
              <a:srgbClr val="42A8F5"/>
            </a:gs>
          </a:gsLst>
          <a:lin ang="75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ection-10">
            <a:extLst xmlns:a="http://schemas.openxmlformats.org/drawingml/2006/main">
              <a:ext uri="{FF2B5EF4-FFF2-40B4-BE49-F238E27FC236}">
                <a16:creationId xmlns:a16="http://schemas.microsoft.com/office/drawing/2014/main" id="{EB1F1EAF-26D2-495B-94E5-3EBD86DB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7048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2DCE8"/>
                </a:solidFill>
                <a:latin typeface="Arial"/>
                <a:ea typeface="Arial"/>
                <a:cs typeface="Arial"/>
              </a:rPr>
              <a:t>REUSE SYSTEM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D579C97E-0600-4EDF-B754-54BACD82F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25232A"/>
                </a:solidFill>
                <a:latin typeface="PingFang SC"/>
                <a:ea typeface="PingFang SC"/>
                <a:cs typeface="PingFang SC"/>
              </a:defRPr>
            </a:pPr>
            <a:r>
              <a:rPr sz="3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在其他模板项目中保持一致，也保留变化</a:t>
            </a:r>
          </a:p>
        </p:txBody>
      </p:sp>
      <p:sp>
        <p:nvSpPr>
          <p:cNvPr id="3" name="subtitle-10">
            <a:extLst xmlns:a="http://schemas.openxmlformats.org/drawingml/2006/main">
              <a:ext uri="{FF2B5EF4-FFF2-40B4-BE49-F238E27FC236}">
                <a16:creationId xmlns:a16="http://schemas.microsoft.com/office/drawing/2014/main" id="{1F780315-989D-4A8A-A2CD-345BB08A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4C4C4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E3D8F1"/>
                </a:solidFill>
                <a:latin typeface="PingFang SC"/>
                <a:ea typeface="PingFang SC"/>
                <a:cs typeface="PingFang SC"/>
              </a:rPr>
              <a:t>复制的是视觉语言，不是固定版式。</a:t>
            </a:r>
          </a:p>
        </p:txBody>
      </p:sp>
      <p:sp>
        <p:nvSpPr>
          <p:cNvPr id="4" name="page-10">
            <a:extLst xmlns:a="http://schemas.openxmlformats.org/drawingml/2006/main">
              <a:ext uri="{FF2B5EF4-FFF2-40B4-BE49-F238E27FC236}">
                <a16:creationId xmlns:a16="http://schemas.microsoft.com/office/drawing/2014/main" id="{C50EF104-88B5-4C0E-8F18-47AF8B391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381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350" b="1">
                <a:solidFill>
                  <a:srgbClr val="B9BC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9BCE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header-rule-10">
            <a:extLst xmlns:a="http://schemas.openxmlformats.org/drawingml/2006/main">
              <a:ext uri="{FF2B5EF4-FFF2-40B4-BE49-F238E27FC236}">
                <a16:creationId xmlns:a16="http://schemas.microsoft.com/office/drawing/2014/main" id="{035855AE-6BFC-4561-82B6-05A03959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CE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dd89d928744add">
            <a:extLst>
              <a:ext uri="{96DAC541-7B7A-43D3-8B79-37D633B846F1}">
                <asvg:svgBlip xmlns:asvg="http://schemas.microsoft.com/office/drawing/2016/SVG/main" r:embed="R39c41acd03d2407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601075" y="1714500"/>
            <a:ext cx="2952750" cy="2952750"/>
          </a:xfrm>
          <a:prstGeom xmlns:a="http://schemas.openxmlformats.org/drawingml/2006/main" prst="rect">
            <a:avLst/>
          </a:prstGeom>
        </p:spPr>
      </p:pic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6080d6ae1c420f">
            <a:extLst>
              <a:ext uri="{96DAC541-7B7A-43D3-8B79-37D633B846F1}">
                <asvg:svgBlip xmlns:asvg="http://schemas.microsoft.com/office/drawing/2016/SVG/main" r:embed="Rd7feae207e60424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20250" y="4238625"/>
            <a:ext cx="1666875" cy="1381125"/>
          </a:xfrm>
          <a:prstGeom xmlns:a="http://schemas.openxmlformats.org/drawingml/2006/main" prst="rect">
            <a:avLst/>
          </a:prstGeom>
        </p:spPr>
      </p:pic>
      <p:sp>
        <p:nvSpPr>
          <p:cNvPr id="8" name="reuse-label-0">
            <a:extLst xmlns:a="http://schemas.openxmlformats.org/drawingml/2006/main">
              <a:ext uri="{FF2B5EF4-FFF2-40B4-BE49-F238E27FC236}">
                <a16:creationId xmlns:a16="http://schemas.microsoft.com/office/drawing/2014/main" id="{97249DA8-6ACC-4EE4-ABD5-9051DEB5D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7048C8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E3D8F1"/>
                </a:solidFill>
                <a:latin typeface="PingFang SC"/>
                <a:ea typeface="PingFang SC"/>
                <a:cs typeface="PingFang SC"/>
              </a:rPr>
              <a:t>固定</a:t>
            </a:r>
          </a:p>
        </p:txBody>
      </p:sp>
      <p:sp>
        <p:nvSpPr>
          <p:cNvPr id="9" name="reuse-text-0">
            <a:extLst xmlns:a="http://schemas.openxmlformats.org/drawingml/2006/main">
              <a:ext uri="{FF2B5EF4-FFF2-40B4-BE49-F238E27FC236}">
                <a16:creationId xmlns:a16="http://schemas.microsoft.com/office/drawing/2014/main" id="{D404E51A-3B12-4A34-A0F9-69DA68E6E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152650"/>
            <a:ext cx="581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25232A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品牌紫、科技蓝、圆角几何、轻描边与宽松留白。</a:t>
            </a:r>
          </a:p>
        </p:txBody>
      </p:sp>
      <p:sp>
        <p:nvSpPr>
          <p:cNvPr id="10" name="reuse-rule-0">
            <a:extLst xmlns:a="http://schemas.openxmlformats.org/drawingml/2006/main">
              <a:ext uri="{FF2B5EF4-FFF2-40B4-BE49-F238E27FC236}">
                <a16:creationId xmlns:a16="http://schemas.microsoft.com/office/drawing/2014/main" id="{26399085-25B6-4518-A5F3-25181847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681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use-label-1">
            <a:extLst xmlns:a="http://schemas.openxmlformats.org/drawingml/2006/main">
              <a:ext uri="{FF2B5EF4-FFF2-40B4-BE49-F238E27FC236}">
                <a16:creationId xmlns:a16="http://schemas.microsoft.com/office/drawing/2014/main" id="{015BBDD6-EABA-4FC1-818F-656602A14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42A8F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62DCE8"/>
                </a:solidFill>
                <a:latin typeface="PingFang SC"/>
                <a:ea typeface="PingFang SC"/>
                <a:cs typeface="PingFang SC"/>
              </a:rPr>
              <a:t>可变</a:t>
            </a:r>
          </a:p>
        </p:txBody>
      </p:sp>
      <p:sp>
        <p:nvSpPr>
          <p:cNvPr id="12" name="reuse-text-1">
            <a:extLst xmlns:a="http://schemas.openxmlformats.org/drawingml/2006/main">
              <a:ext uri="{FF2B5EF4-FFF2-40B4-BE49-F238E27FC236}">
                <a16:creationId xmlns:a16="http://schemas.microsoft.com/office/drawing/2014/main" id="{115CC4C2-4FE9-4241-A350-73591BC9C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95650"/>
            <a:ext cx="581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25232A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角色选择、构图方向、色彩占比与装饰密度。</a:t>
            </a:r>
          </a:p>
        </p:txBody>
      </p:sp>
      <p:sp>
        <p:nvSpPr>
          <p:cNvPr id="13" name="reuse-rule-1">
            <a:extLst xmlns:a="http://schemas.openxmlformats.org/drawingml/2006/main">
              <a:ext uri="{FF2B5EF4-FFF2-40B4-BE49-F238E27FC236}">
                <a16:creationId xmlns:a16="http://schemas.microsoft.com/office/drawing/2014/main" id="{A1B18ED8-A43A-48AD-BE8F-615F8140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681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euse-label-2">
            <a:extLst xmlns:a="http://schemas.openxmlformats.org/drawingml/2006/main">
              <a:ext uri="{FF2B5EF4-FFF2-40B4-BE49-F238E27FC236}">
                <a16:creationId xmlns:a16="http://schemas.microsoft.com/office/drawing/2014/main" id="{887EAB78-53F5-4AF1-A173-04663D63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C33EE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C33EE3"/>
                </a:solidFill>
                <a:latin typeface="PingFang SC"/>
                <a:ea typeface="PingFang SC"/>
                <a:cs typeface="PingFang SC"/>
              </a:rPr>
              <a:t>避免</a:t>
            </a:r>
          </a:p>
        </p:txBody>
      </p:sp>
      <p:sp>
        <p:nvSpPr>
          <p:cNvPr id="15" name="reuse-text-2">
            <a:extLst xmlns:a="http://schemas.openxmlformats.org/drawingml/2006/main">
              <a:ext uri="{FF2B5EF4-FFF2-40B4-BE49-F238E27FC236}">
                <a16:creationId xmlns:a16="http://schemas.microsoft.com/office/drawing/2014/main" id="{1F70E7ED-656C-4BC6-A6DB-36592858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38650"/>
            <a:ext cx="581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25232A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霓虹赛博、重黑描边、过度粉色、暗色大背景。</a:t>
            </a:r>
          </a:p>
        </p:txBody>
      </p:sp>
      <p:sp>
        <p:nvSpPr>
          <p:cNvPr id="16" name="reuse-rule-2">
            <a:extLst xmlns:a="http://schemas.openxmlformats.org/drawingml/2006/main">
              <a:ext uri="{FF2B5EF4-FFF2-40B4-BE49-F238E27FC236}">
                <a16:creationId xmlns:a16="http://schemas.microsoft.com/office/drawing/2014/main" id="{23602A76-60BB-4AF2-9611-2F0E5EDC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681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watch-0">
            <a:extLst xmlns:a="http://schemas.openxmlformats.org/drawingml/2006/main">
              <a:ext uri="{FF2B5EF4-FFF2-40B4-BE49-F238E27FC236}">
                <a16:creationId xmlns:a16="http://schemas.microsoft.com/office/drawing/2014/main" id="{FF97FC76-C1A2-4BD0-9083-EEE68795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485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7048C8"/>
          </a:solidFill>
          <a:ln xmlns:a="http://schemas.openxmlformats.org/drawingml/2006/main" w="0">
            <a:solidFill>
              <a:srgbClr val="E3D8F1"/>
            </a:solidFill>
            <a:prstDash val="solid"/>
          </a:ln>
        </p:spPr>
      </p:sp>
      <p:sp>
        <p:nvSpPr>
          <p:cNvPr id="18" name="swatch-label-0">
            <a:extLst xmlns:a="http://schemas.openxmlformats.org/drawingml/2006/main">
              <a:ext uri="{FF2B5EF4-FFF2-40B4-BE49-F238E27FC236}">
                <a16:creationId xmlns:a16="http://schemas.microsoft.com/office/drawing/2014/main" id="{EB406C98-AF82-4C12-9847-671AED9DB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43625"/>
            <a:ext cx="1485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4C4C4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Primary Purple</a:t>
            </a:r>
          </a:p>
        </p:txBody>
      </p:sp>
      <p:sp>
        <p:nvSpPr>
          <p:cNvPr id="19" name="swatch-1">
            <a:extLst xmlns:a="http://schemas.openxmlformats.org/drawingml/2006/main">
              <a:ext uri="{FF2B5EF4-FFF2-40B4-BE49-F238E27FC236}">
                <a16:creationId xmlns:a16="http://schemas.microsoft.com/office/drawing/2014/main" id="{2AA601CC-6431-48A7-878E-A819BD96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753100"/>
            <a:ext cx="1485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42A8F5"/>
          </a:solidFill>
          <a:ln xmlns:a="http://schemas.openxmlformats.org/drawingml/2006/main" w="0">
            <a:solidFill>
              <a:srgbClr val="E3D8F1"/>
            </a:solidFill>
            <a:prstDash val="solid"/>
          </a:ln>
        </p:spPr>
      </p:sp>
      <p:sp>
        <p:nvSpPr>
          <p:cNvPr id="20" name="swatch-label-1">
            <a:extLst xmlns:a="http://schemas.openxmlformats.org/drawingml/2006/main">
              <a:ext uri="{FF2B5EF4-FFF2-40B4-BE49-F238E27FC236}">
                <a16:creationId xmlns:a16="http://schemas.microsoft.com/office/drawing/2014/main" id="{4694DFF8-DE18-45E6-9584-352930B0F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6143625"/>
            <a:ext cx="1485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4C4C4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Technology Blue</a:t>
            </a:r>
          </a:p>
        </p:txBody>
      </p:sp>
      <p:sp>
        <p:nvSpPr>
          <p:cNvPr id="21" name="swatch-2">
            <a:extLst xmlns:a="http://schemas.openxmlformats.org/drawingml/2006/main">
              <a:ext uri="{FF2B5EF4-FFF2-40B4-BE49-F238E27FC236}">
                <a16:creationId xmlns:a16="http://schemas.microsoft.com/office/drawing/2014/main" id="{643829B8-3137-4EB9-989B-D4867A4C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753100"/>
            <a:ext cx="1485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B9BCEB"/>
          </a:solidFill>
          <a:ln xmlns:a="http://schemas.openxmlformats.org/drawingml/2006/main" w="0">
            <a:solidFill>
              <a:srgbClr val="E3D8F1"/>
            </a:solidFill>
            <a:prstDash val="solid"/>
          </a:ln>
        </p:spPr>
      </p:sp>
      <p:sp>
        <p:nvSpPr>
          <p:cNvPr id="22" name="swatch-label-2">
            <a:extLst xmlns:a="http://schemas.openxmlformats.org/drawingml/2006/main">
              <a:ext uri="{FF2B5EF4-FFF2-40B4-BE49-F238E27FC236}">
                <a16:creationId xmlns:a16="http://schemas.microsoft.com/office/drawing/2014/main" id="{E5576C6F-0322-4011-99D1-66135C744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143625"/>
            <a:ext cx="1485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4C4C4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Lavender</a:t>
            </a:r>
          </a:p>
        </p:txBody>
      </p:sp>
      <p:sp>
        <p:nvSpPr>
          <p:cNvPr id="23" name="swatch-3">
            <a:extLst xmlns:a="http://schemas.openxmlformats.org/drawingml/2006/main">
              <a:ext uri="{FF2B5EF4-FFF2-40B4-BE49-F238E27FC236}">
                <a16:creationId xmlns:a16="http://schemas.microsoft.com/office/drawing/2014/main" id="{CB09C404-8DA9-43E5-B72E-65EF5DC6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753100"/>
            <a:ext cx="1485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AF8F1"/>
          </a:solidFill>
          <a:ln xmlns:a="http://schemas.openxmlformats.org/drawingml/2006/main" w="9525">
            <a:solidFill>
              <a:srgbClr val="E3D8F1"/>
            </a:solidFill>
            <a:prstDash val="solid"/>
          </a:ln>
        </p:spPr>
      </p:sp>
      <p:sp>
        <p:nvSpPr>
          <p:cNvPr id="24" name="swatch-label-3">
            <a:extLst xmlns:a="http://schemas.openxmlformats.org/drawingml/2006/main">
              <a:ext uri="{FF2B5EF4-FFF2-40B4-BE49-F238E27FC236}">
                <a16:creationId xmlns:a16="http://schemas.microsoft.com/office/drawing/2014/main" id="{17EA5456-8851-4874-B912-4669843A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6143625"/>
            <a:ext cx="1485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4C4C4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Ivory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90726ae77e44ce"/>
          <a:stretch xmlns:a="http://schemas.openxmlformats.org/drawingml/2006/main"/>
        </p:blipFill>
        <p:spPr>
          <a:xfrm xmlns:a="http://schemas.openxmlformats.org/drawingml/2006/main">
            <a:off x="9648825" y="288188"/>
            <a:ext cx="1257300" cy="290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518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2026-07-31T15:49:57.5880000Z</dcterms:created>
  <dcterms:modified xsi:type="dcterms:W3CDTF">2026-07-31T15:49:57.5880000Z</dcterms:modified>
</coreProperties>
</file>